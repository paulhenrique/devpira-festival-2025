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1.xml" ContentType="application/vnd.openxmlformats-officedocument.customXmlProperties+xml"/>
  <Override PartName="/customXml/item1.xml" ContentType="application/xml"/>
  <Override PartName="/customXml/itemProps2.xml" ContentType="application/vnd.openxmlformats-officedocument.customXmlProperties+xml"/>
  <Override PartName="/customXml/item3.xml" ContentType="application/xml"/>
  <Override PartName="/customXml/item2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46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46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90.xml" ContentType="application/vnd.openxmlformats-officedocument.theme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79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48.xml" ContentType="application/vnd.openxmlformats-officedocument.presentationml.slideLayout+xml"/>
  <Override PartName="/ppt/presProps.xml" ContentType="application/vnd.openxmlformats-officedocument.presentationml.presProps+xml"/>
  <Override PartName="/ppt/media/hdphoto1.wdp" ContentType="image/vnd.ms-photo"/>
  <Override PartName="/ppt/media/image25.png" ContentType="image/png"/>
  <Override PartName="/ppt/media/image12.svg" ContentType="image/svg"/>
  <Override PartName="/ppt/media/image24.png" ContentType="image/png"/>
  <Override PartName="/ppt/media/image22.png" ContentType="image/png"/>
  <Override PartName="/ppt/media/image14.jpeg" ContentType="image/jpeg"/>
  <Override PartName="/ppt/media/image23.png" ContentType="image/png"/>
  <Override PartName="/ppt/media/image3.wmf" ContentType="image/x-wmf"/>
  <Override PartName="/ppt/media/image50.jpeg" ContentType="image/jpeg"/>
  <Override PartName="/ppt/media/image28.png" ContentType="image/png"/>
  <Override PartName="/ppt/media/image4.wmf" ContentType="image/x-wmf"/>
  <Override PartName="/ppt/media/image5.png" ContentType="image/png"/>
  <Override PartName="/ppt/media/image36.png" ContentType="image/png"/>
  <Override PartName="/ppt/media/image45.png" ContentType="image/png"/>
  <Override PartName="/ppt/media/image37.png" ContentType="image/png"/>
  <Override PartName="/ppt/media/image38.png" ContentType="image/png"/>
  <Override PartName="/ppt/media/image8.png" ContentType="image/png"/>
  <Override PartName="/ppt/media/image20.png" ContentType="image/png"/>
  <Override PartName="/ppt/media/image7.jpeg" ContentType="image/jpeg"/>
  <Override PartName="/ppt/media/image31.png" ContentType="image/png"/>
  <Override PartName="/ppt/media/image40.png" ContentType="image/png"/>
  <Override PartName="/ppt/media/image16.png" ContentType="image/png"/>
  <Override PartName="/ppt/media/image42.png" ContentType="image/png"/>
  <Override PartName="/ppt/media/image21.png" ContentType="image/png"/>
  <Override PartName="/ppt/media/image30.png" ContentType="image/png"/>
  <Override PartName="/ppt/media/image27.svg" ContentType="image/svg"/>
  <Override PartName="/ppt/media/image46.png" ContentType="image/png"/>
  <Override PartName="/ppt/media/image32.svg" ContentType="image/svg"/>
  <Override PartName="/ppt/media/image47.png" ContentType="image/png"/>
  <Override PartName="/ppt/media/image41.png" ContentType="image/png"/>
  <Override PartName="/ppt/media/image49.png" ContentType="image/png"/>
  <Override PartName="/ppt/media/image29.png" ContentType="image/png"/>
  <Override PartName="/ppt/media/image18.svg" ContentType="image/svg"/>
  <Override PartName="/ppt/media/image19.jpeg" ContentType="image/jpeg"/>
  <Override PartName="/ppt/media/image15.png" ContentType="image/png"/>
  <Override PartName="/ppt/media/image48.png" ContentType="image/png"/>
  <Override PartName="/ppt/media/image35.svg" ContentType="image/svg"/>
  <Override PartName="/ppt/media/image26.png" ContentType="image/png"/>
  <Override PartName="/ppt/media/image6.jpeg" ContentType="image/jpeg"/>
  <Override PartName="/ppt/media/image11.png" ContentType="image/png"/>
  <Override PartName="/ppt/media/image17.png" ContentType="image/png"/>
  <Override PartName="/ppt/media/image34.png" ContentType="image/png"/>
  <Override PartName="/ppt/media/image13.png" ContentType="image/png"/>
  <Override PartName="/ppt/media/image10.svg" ContentType="image/svg"/>
  <Override PartName="/ppt/media/image43.png" ContentType="image/png"/>
  <Override PartName="/ppt/media/image33.png" ContentType="image/png"/>
  <Override PartName="/ppt/media/image2.png" ContentType="image/png"/>
  <Override PartName="/ppt/media/image39.svg" ContentType="image/svg"/>
  <Override PartName="/ppt/media/image9.png" ContentType="image/png"/>
  <Override PartName="/ppt/media/image1.png" ContentType="image/png"/>
  <Override PartName="/ppt/media/image44.svg" ContentType="image/svg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21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5.xml.rels" ContentType="application/vnd.openxmlformats-package.relationshi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3.xml.rels" ContentType="application/vnd.openxmlformats-package.relationships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2" r:id="rId3"/>
    <p:sldMasterId id="2147483695" r:id="rId4"/>
    <p:sldMasterId id="214748372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436475" cy="6994525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4.xml"/><Relationship Id="rId4" Type="http://schemas.openxmlformats.org/officeDocument/2006/relationships/slideMaster" Target="slideMasters/slideMaster46.xml"/><Relationship Id="rId5" Type="http://schemas.openxmlformats.org/officeDocument/2006/relationships/slideMaster" Target="slideMasters/slideMaster7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Click to move the slide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139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3BD2D69-4577-49D0-902C-9CDB7449D0C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5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PlaceHolder 4"/>
          <p:cNvSpPr>
            <a:spLocks noGrp="1"/>
          </p:cNvSpPr>
          <p:nvPr>
            <p:ph type="ftr" idx="13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PlaceHolder 5"/>
          <p:cNvSpPr>
            <a:spLocks noGrp="1"/>
          </p:cNvSpPr>
          <p:nvPr>
            <p:ph type="dt" idx="14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EBD68FF1-A390-47C0-AC8E-47191736E2F8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EEE58ED1-D004-464D-9F0C-DFC0F878E673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PlaceHolder 6"/>
          <p:cNvSpPr>
            <a:spLocks noGrp="1"/>
          </p:cNvSpPr>
          <p:nvPr>
            <p:ph type="sldNum" idx="15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D63DDEE7-CCFF-45D4-981F-C4A81FEC3D2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5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PlaceHolder 3"/>
          <p:cNvSpPr>
            <a:spLocks noGrp="1"/>
          </p:cNvSpPr>
          <p:nvPr>
            <p:ph type="sldNum" idx="16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64B39D17-6695-46C8-99C8-9B4C66EE3EE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5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PlaceHolder 4"/>
          <p:cNvSpPr>
            <a:spLocks noGrp="1"/>
          </p:cNvSpPr>
          <p:nvPr>
            <p:ph type="ftr" idx="17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PlaceHolder 5"/>
          <p:cNvSpPr>
            <a:spLocks noGrp="1"/>
          </p:cNvSpPr>
          <p:nvPr>
            <p:ph type="dt" idx="18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F6CCC269-E171-4D66-B862-3B6D7EFFE549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BE045EBD-A523-46CC-BB81-763000B2A06D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PlaceHolder 6"/>
          <p:cNvSpPr>
            <a:spLocks noGrp="1"/>
          </p:cNvSpPr>
          <p:nvPr>
            <p:ph type="sldNum" idx="19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22DE6A63-A27A-4012-BF51-FD97D842A14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5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PlaceHolder 4"/>
          <p:cNvSpPr>
            <a:spLocks noGrp="1"/>
          </p:cNvSpPr>
          <p:nvPr>
            <p:ph type="ftr" idx="20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PlaceHolder 5"/>
          <p:cNvSpPr>
            <a:spLocks noGrp="1"/>
          </p:cNvSpPr>
          <p:nvPr>
            <p:ph type="dt" idx="21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12BE4389-FB2B-4577-93EA-1A983E200D3B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492EF7EF-9AF4-44D5-A93D-9C1B8884BC88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PlaceHolder 6"/>
          <p:cNvSpPr>
            <a:spLocks noGrp="1"/>
          </p:cNvSpPr>
          <p:nvPr>
            <p:ph type="sldNum" idx="22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FC8A880F-05C2-4732-B6F6-984493CDD9E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5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PlaceHolder 4"/>
          <p:cNvSpPr>
            <a:spLocks noGrp="1"/>
          </p:cNvSpPr>
          <p:nvPr>
            <p:ph type="ftr" idx="23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PlaceHolder 5"/>
          <p:cNvSpPr>
            <a:spLocks noGrp="1"/>
          </p:cNvSpPr>
          <p:nvPr>
            <p:ph type="dt" idx="24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195F513C-1577-4764-9A38-3833A4467330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2715E7E6-7505-43E1-9B69-7BA5E5CCFD4F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PlaceHolder 6"/>
          <p:cNvSpPr>
            <a:spLocks noGrp="1"/>
          </p:cNvSpPr>
          <p:nvPr>
            <p:ph type="sldNum" idx="25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4B8552E2-4E25-4EEE-B677-B392A64A5D1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5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PlaceHolder 4"/>
          <p:cNvSpPr>
            <a:spLocks noGrp="1"/>
          </p:cNvSpPr>
          <p:nvPr>
            <p:ph type="ftr" idx="26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PlaceHolder 5"/>
          <p:cNvSpPr>
            <a:spLocks noGrp="1"/>
          </p:cNvSpPr>
          <p:nvPr>
            <p:ph type="dt" idx="27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38E9E221-F203-4FF2-B448-46E2AD48BBD9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D27E5EEC-5B38-4585-90BB-E8E2CBC3D414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PlaceHolder 6"/>
          <p:cNvSpPr>
            <a:spLocks noGrp="1"/>
          </p:cNvSpPr>
          <p:nvPr>
            <p:ph type="sldNum" idx="28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2D87B396-E78D-4825-B8C6-028BB79634B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5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PlaceHolder 4"/>
          <p:cNvSpPr>
            <a:spLocks noGrp="1"/>
          </p:cNvSpPr>
          <p:nvPr>
            <p:ph type="ftr" idx="29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PlaceHolder 5"/>
          <p:cNvSpPr>
            <a:spLocks noGrp="1"/>
          </p:cNvSpPr>
          <p:nvPr>
            <p:ph type="dt" idx="30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68C8B685-EA1F-47E4-82A5-D8D01197A266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D444D762-5975-43AD-A68E-3BE66A573B0D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PlaceHolder 6"/>
          <p:cNvSpPr>
            <a:spLocks noGrp="1"/>
          </p:cNvSpPr>
          <p:nvPr>
            <p:ph type="sldNum" idx="31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8F177D59-C097-46B1-B395-67B08FF1998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5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PlaceHolder 4"/>
          <p:cNvSpPr>
            <a:spLocks noGrp="1"/>
          </p:cNvSpPr>
          <p:nvPr>
            <p:ph type="ftr" idx="32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PlaceHolder 5"/>
          <p:cNvSpPr>
            <a:spLocks noGrp="1"/>
          </p:cNvSpPr>
          <p:nvPr>
            <p:ph type="dt" idx="33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E3204015-EE76-449D-AA24-9294C2936870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0C5FA244-0B83-47E0-9019-81BFF05C595F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PlaceHolder 6"/>
          <p:cNvSpPr>
            <a:spLocks noGrp="1"/>
          </p:cNvSpPr>
          <p:nvPr>
            <p:ph type="sldNum" idx="34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C0BA1692-2BBE-4E2C-A0F9-B6657B50586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5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PlaceHolder 4"/>
          <p:cNvSpPr>
            <a:spLocks noGrp="1"/>
          </p:cNvSpPr>
          <p:nvPr>
            <p:ph type="ftr" idx="35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PlaceHolder 5"/>
          <p:cNvSpPr>
            <a:spLocks noGrp="1"/>
          </p:cNvSpPr>
          <p:nvPr>
            <p:ph type="dt" idx="36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836ACF5C-AB8A-40D5-92FD-017D733F66E8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96CC134B-F6F0-49C7-AA7F-313DB2515A3B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PlaceHolder 6"/>
          <p:cNvSpPr>
            <a:spLocks noGrp="1"/>
          </p:cNvSpPr>
          <p:nvPr>
            <p:ph type="sldNum" idx="37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9976CFB4-5EE9-43A7-94BF-670EAD711F3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5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PlaceHolder 4"/>
          <p:cNvSpPr>
            <a:spLocks noGrp="1"/>
          </p:cNvSpPr>
          <p:nvPr>
            <p:ph type="ftr" idx="38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PlaceHolder 5"/>
          <p:cNvSpPr>
            <a:spLocks noGrp="1"/>
          </p:cNvSpPr>
          <p:nvPr>
            <p:ph type="dt" idx="39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BD7B7935-6B09-4A52-AF25-6C6BF64AA77A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A991AB9E-9CF5-4C7C-9168-C2F6E0BFE0B9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PlaceHolder 6"/>
          <p:cNvSpPr>
            <a:spLocks noGrp="1"/>
          </p:cNvSpPr>
          <p:nvPr>
            <p:ph type="sldNum" idx="40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E49C5D13-0A68-45EB-B3E1-31B6B3724CD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5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PlaceHolder 4"/>
          <p:cNvSpPr>
            <a:spLocks noGrp="1"/>
          </p:cNvSpPr>
          <p:nvPr>
            <p:ph type="ftr" idx="41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PlaceHolder 5"/>
          <p:cNvSpPr>
            <a:spLocks noGrp="1"/>
          </p:cNvSpPr>
          <p:nvPr>
            <p:ph type="dt" idx="42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F24D0ECE-61CA-4717-AFD3-99DF7D6A2E75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7CB34168-8949-4FED-9F57-4C17D6012CC4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PlaceHolder 6"/>
          <p:cNvSpPr>
            <a:spLocks noGrp="1"/>
          </p:cNvSpPr>
          <p:nvPr>
            <p:ph type="sldNum" idx="43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7AA91C4B-40A0-4F31-AAAA-C9145482CF1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5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PlaceHolder 4"/>
          <p:cNvSpPr>
            <a:spLocks noGrp="1"/>
          </p:cNvSpPr>
          <p:nvPr>
            <p:ph type="ftr" idx="44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PlaceHolder 5"/>
          <p:cNvSpPr>
            <a:spLocks noGrp="1"/>
          </p:cNvSpPr>
          <p:nvPr>
            <p:ph type="dt" idx="45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6E98B093-B4AD-47A8-9A2E-59C94172AE9E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AEBF5AC5-6578-4AE4-BE9B-5B287FEF2929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PlaceHolder 6"/>
          <p:cNvSpPr>
            <a:spLocks noGrp="1"/>
          </p:cNvSpPr>
          <p:nvPr>
            <p:ph type="sldNum" idx="46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D3CE0404-3C40-4961-A7CA-0FD7E7AD4CD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5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PlaceHolder 4"/>
          <p:cNvSpPr>
            <a:spLocks noGrp="1"/>
          </p:cNvSpPr>
          <p:nvPr>
            <p:ph type="ftr" idx="47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PlaceHolder 5"/>
          <p:cNvSpPr>
            <a:spLocks noGrp="1"/>
          </p:cNvSpPr>
          <p:nvPr>
            <p:ph type="dt" idx="48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6015E492-246B-4EBE-9B7C-CFE90659620C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425674D1-52B2-41A4-9087-7EDD575E3126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PlaceHolder 6"/>
          <p:cNvSpPr>
            <a:spLocks noGrp="1"/>
          </p:cNvSpPr>
          <p:nvPr>
            <p:ph type="sldNum" idx="49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49943DB7-75AC-41C8-A9DB-461A0AE7AEE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5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PlaceHolder 4"/>
          <p:cNvSpPr>
            <a:spLocks noGrp="1"/>
          </p:cNvSpPr>
          <p:nvPr>
            <p:ph type="ftr" idx="50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PlaceHolder 5"/>
          <p:cNvSpPr>
            <a:spLocks noGrp="1"/>
          </p:cNvSpPr>
          <p:nvPr>
            <p:ph type="dt" idx="51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84E03EB3-3182-4443-B514-E35F4CEF9543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7AD5B3F0-E822-4CCC-BA66-525B46A24F60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PlaceHolder 6"/>
          <p:cNvSpPr>
            <a:spLocks noGrp="1"/>
          </p:cNvSpPr>
          <p:nvPr>
            <p:ph type="sldNum" idx="52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ACC15AFC-00ED-4D72-B410-FB6FD9935E3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PlaceHolder 4"/>
          <p:cNvSpPr>
            <a:spLocks noGrp="1"/>
          </p:cNvSpPr>
          <p:nvPr>
            <p:ph type="ftr" idx="53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PlaceHolder 5"/>
          <p:cNvSpPr>
            <a:spLocks noGrp="1"/>
          </p:cNvSpPr>
          <p:nvPr>
            <p:ph type="dt" idx="54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C67FFEDA-B8CA-413A-A7E5-0A49BB5AA678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4DF87B65-4D87-4A4D-B5B1-9209F978C872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PlaceHolder 6"/>
          <p:cNvSpPr>
            <a:spLocks noGrp="1"/>
          </p:cNvSpPr>
          <p:nvPr>
            <p:ph type="sldNum" idx="55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18607157-E183-48B9-908C-027AAB11D6F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PlaceHolder 4"/>
          <p:cNvSpPr>
            <a:spLocks noGrp="1"/>
          </p:cNvSpPr>
          <p:nvPr>
            <p:ph type="ftr" idx="56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PlaceHolder 5"/>
          <p:cNvSpPr>
            <a:spLocks noGrp="1"/>
          </p:cNvSpPr>
          <p:nvPr>
            <p:ph type="dt" idx="57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B61F58D7-2CA9-46B3-A6EC-7E7D7424F63F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5DBB86DA-759B-4FF5-BB43-94E35B16CD06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PlaceHolder 6"/>
          <p:cNvSpPr>
            <a:spLocks noGrp="1"/>
          </p:cNvSpPr>
          <p:nvPr>
            <p:ph type="sldNum" idx="58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F4B610AB-DF0D-403C-95EB-5DAAC85C7AE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PlaceHolder 4"/>
          <p:cNvSpPr>
            <a:spLocks noGrp="1"/>
          </p:cNvSpPr>
          <p:nvPr>
            <p:ph type="ftr" idx="59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PlaceHolder 5"/>
          <p:cNvSpPr>
            <a:spLocks noGrp="1"/>
          </p:cNvSpPr>
          <p:nvPr>
            <p:ph type="dt" idx="60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6C064252-76CE-4568-896F-CA20F6CDAADE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BE73328D-9973-4949-B59C-D907A2F589D6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PlaceHolder 6"/>
          <p:cNvSpPr>
            <a:spLocks noGrp="1"/>
          </p:cNvSpPr>
          <p:nvPr>
            <p:ph type="sldNum" idx="61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9500F7B6-C8DD-43EF-AE4E-001C59BD182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PlaceHolder 4"/>
          <p:cNvSpPr>
            <a:spLocks noGrp="1"/>
          </p:cNvSpPr>
          <p:nvPr>
            <p:ph type="ftr" idx="62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PlaceHolder 5"/>
          <p:cNvSpPr>
            <a:spLocks noGrp="1"/>
          </p:cNvSpPr>
          <p:nvPr>
            <p:ph type="dt" idx="63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37060869-A17C-4B4A-95ED-85613B71A770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F797D35D-6AA7-4C4E-9EC7-88400BF42A3E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PlaceHolder 6"/>
          <p:cNvSpPr>
            <a:spLocks noGrp="1"/>
          </p:cNvSpPr>
          <p:nvPr>
            <p:ph type="sldNum" idx="64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FFBA9D7F-1E95-4AAD-9F91-5A46A737586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PlaceHolder 4"/>
          <p:cNvSpPr>
            <a:spLocks noGrp="1"/>
          </p:cNvSpPr>
          <p:nvPr>
            <p:ph type="ftr" idx="65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PlaceHolder 5"/>
          <p:cNvSpPr>
            <a:spLocks noGrp="1"/>
          </p:cNvSpPr>
          <p:nvPr>
            <p:ph type="dt" idx="66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B46A5544-EB07-4FAF-B64E-45EA281FB4B6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2D7E7A15-A08A-477D-861D-67C540D7AF31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PlaceHolder 6"/>
          <p:cNvSpPr>
            <a:spLocks noGrp="1"/>
          </p:cNvSpPr>
          <p:nvPr>
            <p:ph type="sldNum" idx="67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33CBB5C4-2DBE-4597-8603-29ACE536812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PlaceHolder 4"/>
          <p:cNvSpPr>
            <a:spLocks noGrp="1"/>
          </p:cNvSpPr>
          <p:nvPr>
            <p:ph type="ftr" idx="68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PlaceHolder 5"/>
          <p:cNvSpPr>
            <a:spLocks noGrp="1"/>
          </p:cNvSpPr>
          <p:nvPr>
            <p:ph type="dt" idx="69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8627F55F-0F38-4FA3-8E3C-B0C1F10E87FB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B8F41985-8545-4BFC-9245-079DD40A2A70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PlaceHolder 6"/>
          <p:cNvSpPr>
            <a:spLocks noGrp="1"/>
          </p:cNvSpPr>
          <p:nvPr>
            <p:ph type="sldNum" idx="70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D61927DE-B1A5-43A8-9FCB-525D8F48E21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PlaceHolder 4"/>
          <p:cNvSpPr>
            <a:spLocks noGrp="1"/>
          </p:cNvSpPr>
          <p:nvPr>
            <p:ph type="ftr" idx="71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PlaceHolder 5"/>
          <p:cNvSpPr>
            <a:spLocks noGrp="1"/>
          </p:cNvSpPr>
          <p:nvPr>
            <p:ph type="dt" idx="72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F8F05A37-3B71-415E-A207-8F6CE1EADD1E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54BB71DD-2EC1-44D5-8CDF-96D0D680D445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PlaceHolder 6"/>
          <p:cNvSpPr>
            <a:spLocks noGrp="1"/>
          </p:cNvSpPr>
          <p:nvPr>
            <p:ph type="sldNum" idx="73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AC6D9EC1-D654-4A5F-BD63-516C3D51EF2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  <a:ea typeface="+mn-ea"/>
              </a:rPr>
              <a:t>Microsoft Build 2016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PlaceHolder 4"/>
          <p:cNvSpPr>
            <a:spLocks noGrp="1"/>
          </p:cNvSpPr>
          <p:nvPr>
            <p:ph type="ftr" idx="74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PlaceHolder 5"/>
          <p:cNvSpPr>
            <a:spLocks noGrp="1"/>
          </p:cNvSpPr>
          <p:nvPr>
            <p:ph type="dt" idx="75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75DE5D-301C-4E1C-B8BC-9FD51D12E896}" type="datetime1"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  <a:ea typeface="+mn-ea"/>
              </a:rPr>
              <a:t> </a:t>
            </a:r>
            <a:fld id="{76C79B8A-C33A-4BC8-B2F3-FC16A645C95A}" type="datetime12"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PlaceHolder 6"/>
          <p:cNvSpPr>
            <a:spLocks noGrp="1"/>
          </p:cNvSpPr>
          <p:nvPr>
            <p:ph type="sldNum" idx="76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2A1E82-00C6-4D31-8DA2-377735A1847D}" type="slidenum"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PlaceHolder 4"/>
          <p:cNvSpPr>
            <a:spLocks noGrp="1"/>
          </p:cNvSpPr>
          <p:nvPr>
            <p:ph type="ftr" idx="77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PlaceHolder 5"/>
          <p:cNvSpPr>
            <a:spLocks noGrp="1"/>
          </p:cNvSpPr>
          <p:nvPr>
            <p:ph type="dt" idx="78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283D26AC-24BA-493B-B12D-D45A2319453E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D1E62768-2659-4AA3-9C68-7F2C9805D6FC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PlaceHolder 6"/>
          <p:cNvSpPr>
            <a:spLocks noGrp="1"/>
          </p:cNvSpPr>
          <p:nvPr>
            <p:ph type="sldNum" idx="79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C98F586E-DDE9-405A-AA8C-8DE73AF3D29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PlaceHolder 4"/>
          <p:cNvSpPr>
            <a:spLocks noGrp="1"/>
          </p:cNvSpPr>
          <p:nvPr>
            <p:ph type="ftr" idx="80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PlaceHolder 5"/>
          <p:cNvSpPr>
            <a:spLocks noGrp="1"/>
          </p:cNvSpPr>
          <p:nvPr>
            <p:ph type="dt" idx="81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D78753FF-1BC1-43D9-AE35-58BD30D5AE9A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54B12666-1C79-4A66-AEB6-49C669CA9CCE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PlaceHolder 6"/>
          <p:cNvSpPr>
            <a:spLocks noGrp="1"/>
          </p:cNvSpPr>
          <p:nvPr>
            <p:ph type="sldNum" idx="82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5A4A4420-6304-4976-BC6C-D1F604E996A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3276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Microsoft Ignite 2016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PlaceHolder 4"/>
          <p:cNvSpPr>
            <a:spLocks noGrp="1"/>
          </p:cNvSpPr>
          <p:nvPr>
            <p:ph type="ftr" idx="83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571680"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marL="571680"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PlaceHolder 5"/>
          <p:cNvSpPr>
            <a:spLocks noGrp="1"/>
          </p:cNvSpPr>
          <p:nvPr>
            <p:ph type="dt" idx="84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6CE29715-76E2-4F2F-84A8-072FE08FCC08}" type="datetime1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 </a:t>
            </a:r>
            <a:fld id="{3337BDFC-5116-463C-A7BB-80AFB52D2C88}" type="datetime12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PlaceHolder 6"/>
          <p:cNvSpPr>
            <a:spLocks noGrp="1"/>
          </p:cNvSpPr>
          <p:nvPr>
            <p:ph type="sldNum" idx="85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3276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32760">
              <a:lnSpc>
                <a:spcPct val="100000"/>
              </a:lnSpc>
              <a:buNone/>
            </a:pPr>
            <a:fld id="{9D705080-EDE5-4B8D-8940-86604131C9F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  <a:ea typeface="+mn-ea"/>
              </a:rPr>
              <a:t>Microsoft Build 2016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PlaceHolder 4"/>
          <p:cNvSpPr>
            <a:spLocks noGrp="1"/>
          </p:cNvSpPr>
          <p:nvPr>
            <p:ph type="ftr" idx="86"/>
          </p:nvPr>
        </p:nvSpPr>
        <p:spPr>
          <a:xfrm>
            <a:off x="0" y="8686800"/>
            <a:ext cx="59205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14040">
              <a:lnSpc>
                <a:spcPct val="100000"/>
              </a:lnSpc>
              <a:buNone/>
              <a:tabLst>
                <a:tab algn="l" pos="0"/>
              </a:tabLst>
              <a:def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defRPr>
            </a:lvl1pPr>
          </a:lstStyle>
          <a:p>
            <a:pPr indent="0" defTabSz="9140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© 2016 Microsoft Corporation. All rights reserved. MICROSOFT MAKES NO WARRANTIES, EXPRESS, IMPLIED OR STATUTORY, AS TO THE INFORMATION IN THIS PRESENTATION.</a:t>
            </a:r>
            <a:endParaRPr b="0" lang="pt-BR" sz="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PlaceHolder 5"/>
          <p:cNvSpPr>
            <a:spLocks noGrp="1"/>
          </p:cNvSpPr>
          <p:nvPr>
            <p:ph type="dt" idx="87"/>
          </p:nvPr>
        </p:nvSpPr>
        <p:spPr>
          <a:xfrm>
            <a:off x="388476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B0EB5F-5B76-4D5D-BABB-EEB5241A2947}" type="datetime1"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  <a:ea typeface="+mn-ea"/>
              </a:rPr>
              <a:t>12/06/2025</a:t>
            </a:fld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  <a:ea typeface="+mn-ea"/>
              </a:rPr>
              <a:t> </a:t>
            </a:r>
            <a:fld id="{D9FE1E18-EA13-4CC9-92DB-18C5F4EC0D67}" type="datetime12"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  <a:ea typeface="+mn-ea"/>
              </a:rPr>
              <a:t>12:00 PM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PlaceHolder 6"/>
          <p:cNvSpPr>
            <a:spLocks noGrp="1"/>
          </p:cNvSpPr>
          <p:nvPr>
            <p:ph type="sldNum" idx="88"/>
          </p:nvPr>
        </p:nvSpPr>
        <p:spPr>
          <a:xfrm>
            <a:off x="5909400" y="8685360"/>
            <a:ext cx="9468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895BB9-AD41-4B17-A874-C90708C53D4D}" type="slidenum"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  <a:ea typeface="+mn-ea"/>
              </a:rPr>
              <a:t>&lt;number&gt;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wmf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wmf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wmf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5.png"/><Relationship Id="rId3" Type="http://schemas.openxmlformats.org/officeDocument/2006/relationships/image" Target="../media/image6.jpe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7.jpe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2.png"/><Relationship Id="rId3" Type="http://schemas.openxmlformats.org/officeDocument/2006/relationships/image" Target="../media/image4.wmf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3.wmf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<Relationship Id="rId2" Type="http://schemas.openxmlformats.org/officeDocument/2006/relationships/image" Target="../media/image4.wmf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<Relationship Id="rId2" Type="http://schemas.openxmlformats.org/officeDocument/2006/relationships/image" Target="../media/image8.pn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<Relationship Id="rId2" Type="http://schemas.openxmlformats.org/officeDocument/2006/relationships/image" Target="../media/image2.png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<Relationship Id="rId2" Type="http://schemas.openxmlformats.org/officeDocument/2006/relationships/image" Target="../media/image4.wmf"/><Relationship Id="rId3" Type="http://schemas.openxmlformats.org/officeDocument/2006/relationships/image" Target="../media/image3.wmf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<Relationship Id="rId2" Type="http://schemas.openxmlformats.org/officeDocument/2006/relationships/image" Target="../media/image8.png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<Relationship Id="rId2" Type="http://schemas.openxmlformats.org/officeDocument/2006/relationships/image" Target="../media/image3.wmf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<Relationship Id="rId2" Type="http://schemas.openxmlformats.org/officeDocument/2006/relationships/image" Target="../media/image4.wmf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Walkin">
    <p:bg>
      <p:bgPr>
        <a:solidFill>
          <a:srgbClr val="d83b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3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4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" name="Rectangle 1"/>
          <p:cNvSpPr/>
          <p:nvPr/>
        </p:nvSpPr>
        <p:spPr>
          <a:xfrm>
            <a:off x="274680" y="2119320"/>
            <a:ext cx="6400440" cy="2749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numCol="1" spcCol="0" horzOverflow="overflow" lIns="182880" rIns="182880" tIns="146160" bIns="146160" anchor="t">
            <a:noAutofit/>
          </a:bodyPr>
          <a:p>
            <a:pPr algn="ctr" defTabSz="932400">
              <a:lnSpc>
                <a:spcPct val="9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Segoe UI"/>
              <a:ea typeface="Segoe UI"/>
            </a:endParaRPr>
          </a:p>
        </p:txBody>
      </p:sp>
      <p:pic>
        <p:nvPicPr>
          <p:cNvPr id="16" name="Picture 17" descr=""/>
          <p:cNvPicPr/>
          <p:nvPr/>
        </p:nvPicPr>
        <p:blipFill>
          <a:blip r:embed="rId2"/>
          <a:stretch/>
        </p:blipFill>
        <p:spPr>
          <a:xfrm>
            <a:off x="-246600" y="1965600"/>
            <a:ext cx="7899120" cy="214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Rectangle 5"/>
          <p:cNvSpPr/>
          <p:nvPr/>
        </p:nvSpPr>
        <p:spPr>
          <a:xfrm>
            <a:off x="0" y="5758920"/>
            <a:ext cx="12435480" cy="1235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numCol="1" spcCol="0" horzOverflow="overflow" lIns="182880" rIns="182880" tIns="146160" bIns="146160" anchor="t">
            <a:noAutofit/>
          </a:bodyPr>
          <a:p>
            <a:pPr algn="ctr" defTabSz="932400">
              <a:lnSpc>
                <a:spcPct val="9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Segoe UI"/>
              <a:ea typeface="Segoe UI"/>
            </a:endParaRPr>
          </a:p>
        </p:txBody>
      </p:sp>
      <p:pic>
        <p:nvPicPr>
          <p:cNvPr id="18" name="Picture 7" descr=""/>
          <p:cNvPicPr/>
          <p:nvPr/>
        </p:nvPicPr>
        <p:blipFill>
          <a:blip r:embed="rId3"/>
          <a:stretch/>
        </p:blipFill>
        <p:spPr>
          <a:xfrm>
            <a:off x="462240" y="6208920"/>
            <a:ext cx="1456200" cy="3106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lumn Bullet text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20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21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7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287280" indent="-287280" defTabSz="932760">
              <a:lnSpc>
                <a:spcPct val="90000"/>
              </a:lnSpc>
              <a:spcBef>
                <a:spcPts val="1225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31000" indent="-23328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699480" indent="-16848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880920" indent="-18144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049400" indent="-16848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6754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287280" indent="-287280" defTabSz="932760">
              <a:lnSpc>
                <a:spcPct val="90000"/>
              </a:lnSpc>
              <a:spcBef>
                <a:spcPts val="1225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31000" indent="-23328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699480" indent="-16848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880920" indent="-18144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049400" indent="-16848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36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37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mo slide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50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51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74680" y="1209960"/>
            <a:ext cx="822780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Demo title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274680" y="3954600"/>
            <a:ext cx="8229240" cy="379908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46160" bIns="146160" anchor="t">
            <a:spAutoFit/>
          </a:bodyPr>
          <a:p>
            <a:pPr indent="0" defTabSz="932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Speaker Name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 slide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65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66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274680" y="1209960"/>
            <a:ext cx="822924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Video title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Title Accent Color 1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79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80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274680" y="2125800"/>
            <a:ext cx="1188684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Section title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Title Accent Color 2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93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94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74680" y="2125800"/>
            <a:ext cx="1188684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Section title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Accent Color 1">
    <p:bg>
      <p:bgPr>
        <a:solidFill>
          <a:srgbClr val="d83b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07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108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Accent Color 2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20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121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7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veloper Code Layout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33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134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0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Slide for developer code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6" name="Rectangle 2"/>
          <p:cNvSpPr/>
          <p:nvPr/>
        </p:nvSpPr>
        <p:spPr>
          <a:xfrm>
            <a:off x="0" y="1212840"/>
            <a:ext cx="12436200" cy="5781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numCol="1" spcCol="0" horzOverflow="overflow" lIns="46800" rIns="46800" tIns="46800" bIns="46800" anchor="ctr">
            <a:noAutofit/>
          </a:bodyPr>
          <a:p>
            <a:pPr algn="ctr" defTabSz="932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Segoe UI"/>
              <a:ea typeface="Segoe U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274680" y="1221120"/>
            <a:ext cx="11886840" cy="19954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spcBef>
                <a:spcPts val="660"/>
              </a:spcBef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Edit Master text styles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346680" indent="0" defTabSz="93276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846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81468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10508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 logo slide_color">
    <p:bg>
      <p:bgPr>
        <a:solidFill>
          <a:srgbClr val="505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49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150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6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1" name="Text Box 3"/>
          <p:cNvSpPr/>
          <p:nvPr/>
        </p:nvSpPr>
        <p:spPr>
          <a:xfrm>
            <a:off x="274680" y="6294600"/>
            <a:ext cx="11886840" cy="402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182880" rIns="182880" tIns="53640" bIns="53640" anchor="t">
            <a:spAutoFit/>
          </a:bodyPr>
          <a:p>
            <a:pPr defTabSz="932400">
              <a:lnSpc>
                <a:spcPct val="100000"/>
              </a:lnSpc>
            </a:pPr>
            <a:r>
              <a:rPr b="0" lang="en-US" sz="7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© 2016 Microsoft Corporation. All rights reserved. </a:t>
            </a:r>
            <a:endParaRPr b="0" lang="pt-BR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4" descr=""/>
          <p:cNvPicPr/>
          <p:nvPr/>
        </p:nvPicPr>
        <p:blipFill>
          <a:blip r:embed="rId2"/>
          <a:srcRect l="0" t="0" r="0" b="1371"/>
          <a:stretch/>
        </p:blipFill>
        <p:spPr>
          <a:xfrm>
            <a:off x="457200" y="479520"/>
            <a:ext cx="1449720" cy="306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64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165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1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6" name="Rectangle 9"/>
          <p:cNvSpPr/>
          <p:nvPr/>
        </p:nvSpPr>
        <p:spPr>
          <a:xfrm>
            <a:off x="0" y="5758920"/>
            <a:ext cx="12435480" cy="1235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numCol="1" spcCol="0" horzOverflow="overflow" lIns="182880" rIns="182880" tIns="146160" bIns="146160" anchor="t">
            <a:noAutofit/>
          </a:bodyPr>
          <a:p>
            <a:pPr algn="ctr" defTabSz="932400">
              <a:lnSpc>
                <a:spcPct val="9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Segoe UI"/>
              <a:ea typeface="Segoe UI"/>
            </a:endParaRPr>
          </a:p>
        </p:txBody>
      </p:sp>
      <p:pic>
        <p:nvPicPr>
          <p:cNvPr id="177" name="Picture 10" descr=""/>
          <p:cNvPicPr/>
          <p:nvPr/>
        </p:nvPicPr>
        <p:blipFill>
          <a:blip r:embed="rId2"/>
          <a:stretch/>
        </p:blipFill>
        <p:spPr>
          <a:xfrm>
            <a:off x="462240" y="6208920"/>
            <a:ext cx="1456200" cy="31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15" descr=""/>
          <p:cNvPicPr/>
          <p:nvPr/>
        </p:nvPicPr>
        <p:blipFill>
          <a:blip r:embed="rId3"/>
          <a:stretch/>
        </p:blipFill>
        <p:spPr>
          <a:xfrm>
            <a:off x="459360" y="6240960"/>
            <a:ext cx="12780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274680" y="1679760"/>
            <a:ext cx="9143640" cy="18284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54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Presentation title</a:t>
            </a:r>
            <a:endParaRPr b="0" lang="en-US" sz="54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274680" y="3509640"/>
            <a:ext cx="7314840" cy="18277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109800" bIns="109800" anchor="t">
            <a:noAutofit/>
          </a:bodyPr>
          <a:p>
            <a:pPr indent="0" defTabSz="932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Speaker Name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ck Notes slide Layou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82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183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9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4" name="PlaceHolder 1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24433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290520" indent="-290520" defTabSz="932760">
              <a:lnSpc>
                <a:spcPct val="90000"/>
              </a:lnSpc>
              <a:spcBef>
                <a:spcPts val="72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Use this Layout for Speaker Notes slides</a:t>
            </a:r>
            <a:endParaRPr b="0" lang="en-US" sz="36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lvl="1" marL="571680" indent="-281160" defTabSz="932760">
              <a:lnSpc>
                <a:spcPct val="90000"/>
              </a:lnSpc>
              <a:spcBef>
                <a:spcPts val="641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Second level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2" marL="861840" indent="-290520" defTabSz="932760">
              <a:lnSpc>
                <a:spcPct val="90000"/>
              </a:lnSpc>
              <a:spcBef>
                <a:spcPts val="561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Third level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3" marL="1090440" indent="-228600" defTabSz="932760">
              <a:lnSpc>
                <a:spcPct val="90000"/>
              </a:lnSpc>
              <a:spcBef>
                <a:spcPts val="479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Fourth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4" marL="1319040" indent="-228600" defTabSz="932760">
              <a:lnSpc>
                <a:spcPct val="90000"/>
              </a:lnSpc>
              <a:spcBef>
                <a:spcPts val="40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Fifth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0" y="6363000"/>
            <a:ext cx="12436200" cy="63108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txBody>
          <a:bodyPr lIns="155520" rIns="155520" tIns="77760" bIns="77760" anchor="b">
            <a:noAutofit/>
          </a:bodyPr>
          <a:p>
            <a:pPr marL="343080" indent="-343080" algn="r" defTabSz="932760">
              <a:lnSpc>
                <a:spcPct val="90000"/>
              </a:lnSpc>
              <a:spcBef>
                <a:spcPts val="740"/>
              </a:spcBef>
              <a:buNone/>
              <a:tabLst>
                <a:tab algn="l" pos="0"/>
              </a:tabLst>
            </a:pPr>
            <a:r>
              <a:rPr b="0" lang="en-US" sz="3700" spc="-51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Next:</a:t>
            </a:r>
            <a:endParaRPr b="0" lang="en-US" sz="37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Click to edit Master title style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Accent Color 3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98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199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5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- Microsoft">
    <p:bg>
      <p:bgPr>
        <a:solidFill>
          <a:srgbClr val="d83b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211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212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8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23" name="Picture 15" descr=""/>
          <p:cNvPicPr/>
          <p:nvPr/>
        </p:nvPicPr>
        <p:blipFill>
          <a:blip r:embed="rId2"/>
          <a:stretch/>
        </p:blipFill>
        <p:spPr>
          <a:xfrm>
            <a:off x="459360" y="6240960"/>
            <a:ext cx="12780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274680" y="2125800"/>
            <a:ext cx="10058040" cy="18284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54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Presentation title</a:t>
            </a:r>
            <a:endParaRPr b="0" lang="en-US" sz="54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274680" y="3955680"/>
            <a:ext cx="10058040" cy="18277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109800" bIns="109800" anchor="t">
            <a:noAutofit/>
          </a:bodyPr>
          <a:p>
            <a:pPr indent="0" defTabSz="932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Speaker Name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body"/>
          </p:nvPr>
        </p:nvSpPr>
        <p:spPr>
          <a:xfrm>
            <a:off x="8504280" y="307800"/>
            <a:ext cx="3655800" cy="57204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46160" bIns="146160" anchor="t">
            <a:noAutofit/>
          </a:bodyPr>
          <a:p>
            <a:pPr indent="0" algn="r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Session Code Here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sp>
        <p:nvSpPr>
          <p:cNvPr id="227" name="TextBox 1"/>
          <p:cNvSpPr/>
          <p:nvPr/>
        </p:nvSpPr>
        <p:spPr>
          <a:xfrm>
            <a:off x="289080" y="6072480"/>
            <a:ext cx="300204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182880" tIns="146160" bIns="146160" anchor="t">
            <a:spAutoFit/>
          </a:bodyPr>
          <a:p>
            <a:pPr defTabSz="932760">
              <a:lnSpc>
                <a:spcPct val="90000"/>
              </a:lnSpc>
              <a:spcAft>
                <a:spcPts val="601"/>
              </a:spcAf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#aspnetConference‬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229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230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6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800" spc="-102" strike="noStrike" u="none">
                <a:solidFill>
                  <a:srgbClr val="fe4a19"/>
                </a:solidFill>
                <a:effectLst/>
                <a:uFillTx/>
                <a:latin typeface="Segoe UI Light"/>
              </a:rPr>
              <a:t>Clique para editar o título mestre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20926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343080" indent="-343080" defTabSz="932760">
              <a:lnSpc>
                <a:spcPct val="90000"/>
              </a:lnSpc>
              <a:spcBef>
                <a:spcPts val="79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Clique para editar o texto mestre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84280" indent="-24120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Segundo nível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800280" indent="-22860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Terceiro nível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10288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Quarto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2574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Quinto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dt" idx="1"/>
          </p:nvPr>
        </p:nvSpPr>
        <p:spPr>
          <a:xfrm>
            <a:off x="621720" y="6482880"/>
            <a:ext cx="2901600" cy="37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32760">
              <a:lnSpc>
                <a:spcPct val="100000"/>
              </a:lnSpc>
              <a:buNone/>
              <a:defRPr b="0" lang="pt-BR" sz="1800" strike="noStrike" u="none">
                <a:solidFill>
                  <a:schemeClr val="dk1"/>
                </a:solidFill>
                <a:effectLst/>
                <a:uFillTx/>
                <a:latin typeface="Segoe UI Light"/>
              </a:defRPr>
            </a:lvl1pPr>
          </a:lstStyle>
          <a:p>
            <a:pPr indent="0" defTabSz="932760">
              <a:lnSpc>
                <a:spcPct val="100000"/>
              </a:lnSpc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Segoe UI Light"/>
              </a:rPr>
              <a:t>&lt;date/time&gt;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 type="ftr" idx="2"/>
          </p:nvPr>
        </p:nvSpPr>
        <p:spPr>
          <a:xfrm>
            <a:off x="4249080" y="6482880"/>
            <a:ext cx="3937680" cy="37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PlaceHolder 5"/>
          <p:cNvSpPr>
            <a:spLocks noGrp="1"/>
          </p:cNvSpPr>
          <p:nvPr>
            <p:ph type="sldNum" idx="3"/>
          </p:nvPr>
        </p:nvSpPr>
        <p:spPr>
          <a:xfrm>
            <a:off x="8912880" y="6482880"/>
            <a:ext cx="2901600" cy="37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32760">
              <a:lnSpc>
                <a:spcPct val="100000"/>
              </a:lnSpc>
              <a:buNone/>
              <a:defRPr b="0" lang="pt-BR" sz="1800" strike="noStrike" u="none">
                <a:solidFill>
                  <a:schemeClr val="dk1"/>
                </a:solidFill>
                <a:effectLst/>
                <a:uFillTx/>
                <a:latin typeface="Segoe UI Light"/>
              </a:defRPr>
            </a:lvl1pPr>
          </a:lstStyle>
          <a:p>
            <a:pPr indent="0" defTabSz="932760">
              <a:lnSpc>
                <a:spcPct val="100000"/>
              </a:lnSpc>
              <a:buNone/>
            </a:pPr>
            <a:fld id="{6EFBF4DD-3858-48F9-A38C-8A08D2DB7BFF}" type="slidenum">
              <a:rPr b="0" lang="pt-BR" sz="1800" strike="noStrike" u="none">
                <a:solidFill>
                  <a:schemeClr val="dk1"/>
                </a:solidFill>
                <a:effectLst/>
                <a:uFillTx/>
                <a:latin typeface="Segoe UI Light"/>
              </a:rPr>
              <a:t>&lt;number&gt;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&amp; 2-color Non-bulleted text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247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248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9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4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20246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2860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572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&amp; Non-bulleted text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262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263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6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7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69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20246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2860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572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 1st level color text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277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278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0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4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9" name="PlaceHolder 1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44557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343080" indent="-343080" defTabSz="932760">
              <a:lnSpc>
                <a:spcPct val="90000"/>
              </a:lnSpc>
              <a:spcBef>
                <a:spcPts val="799"/>
              </a:spcBef>
              <a:buClr>
                <a:srgbClr val="d83b01"/>
              </a:buClr>
              <a:buSzPct val="90000"/>
              <a:buFont typeface="Arial"/>
              <a:buChar char="•"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84280" indent="-24120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800280" indent="-22860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10288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2574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292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293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9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4" name="PlaceHolder 1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44557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343080" indent="-343080" defTabSz="932760">
              <a:lnSpc>
                <a:spcPct val="90000"/>
              </a:lnSpc>
              <a:spcBef>
                <a:spcPts val="79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84280" indent="-24120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800280" indent="-22860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10288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2574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lumn 2-color Non-bulleted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307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308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4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spcBef>
                <a:spcPts val="1225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318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604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body"/>
          </p:nvPr>
        </p:nvSpPr>
        <p:spPr>
          <a:xfrm>
            <a:off x="66754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spcBef>
                <a:spcPts val="1225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318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604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lumn Non-bulleted text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323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324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5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9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30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spcBef>
                <a:spcPts val="1225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318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604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66754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spcBef>
                <a:spcPts val="1225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318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604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lumn Bullet text 1st level color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339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340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1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2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3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5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46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287280" indent="-287280" defTabSz="932760">
              <a:lnSpc>
                <a:spcPct val="90000"/>
              </a:lnSpc>
              <a:spcBef>
                <a:spcPts val="1225"/>
              </a:spcBef>
              <a:buClr>
                <a:srgbClr val="d83b01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31000" indent="-23328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699480" indent="-16848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880920" indent="-18144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049400" indent="-16848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66754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287280" indent="-287280" defTabSz="932760">
              <a:lnSpc>
                <a:spcPct val="90000"/>
              </a:lnSpc>
              <a:spcBef>
                <a:spcPts val="1225"/>
              </a:spcBef>
              <a:buClr>
                <a:srgbClr val="d83b01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31000" indent="-23328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699480" indent="-16848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880920" indent="-18144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049400" indent="-16848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d83b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355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356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2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6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7" name="Rectangle 1"/>
          <p:cNvSpPr/>
          <p:nvPr/>
        </p:nvSpPr>
        <p:spPr>
          <a:xfrm>
            <a:off x="274680" y="2119320"/>
            <a:ext cx="6400440" cy="2749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numCol="1" spcCol="0" horzOverflow="overflow" lIns="182880" rIns="182880" tIns="146160" bIns="146160" anchor="t">
            <a:noAutofit/>
          </a:bodyPr>
          <a:p>
            <a:pPr algn="ctr" defTabSz="932400">
              <a:lnSpc>
                <a:spcPct val="9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Segoe UI"/>
              <a:ea typeface="Segoe UI"/>
            </a:endParaRPr>
          </a:p>
        </p:txBody>
      </p:sp>
      <p:pic>
        <p:nvPicPr>
          <p:cNvPr id="368" name="Picture 17" descr=""/>
          <p:cNvPicPr/>
          <p:nvPr/>
        </p:nvPicPr>
        <p:blipFill>
          <a:blip r:embed="rId2"/>
          <a:stretch/>
        </p:blipFill>
        <p:spPr>
          <a:xfrm>
            <a:off x="-246600" y="1965600"/>
            <a:ext cx="7899120" cy="214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Rectangle 5"/>
          <p:cNvSpPr/>
          <p:nvPr/>
        </p:nvSpPr>
        <p:spPr>
          <a:xfrm>
            <a:off x="0" y="5758920"/>
            <a:ext cx="12435480" cy="1235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numCol="1" spcCol="0" horzOverflow="overflow" lIns="182880" rIns="182880" tIns="146160" bIns="146160" anchor="t">
            <a:noAutofit/>
          </a:bodyPr>
          <a:p>
            <a:pPr algn="ctr" defTabSz="932400">
              <a:lnSpc>
                <a:spcPct val="9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Segoe UI"/>
              <a:ea typeface="Segoe UI"/>
            </a:endParaRPr>
          </a:p>
        </p:txBody>
      </p:sp>
      <p:pic>
        <p:nvPicPr>
          <p:cNvPr id="370" name="Picture 7" descr=""/>
          <p:cNvPicPr/>
          <p:nvPr/>
        </p:nvPicPr>
        <p:blipFill>
          <a:blip r:embed="rId3"/>
          <a:stretch/>
        </p:blipFill>
        <p:spPr>
          <a:xfrm>
            <a:off x="462240" y="6208920"/>
            <a:ext cx="1456200" cy="3106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372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373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5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7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79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3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287280" indent="-287280" defTabSz="932760">
              <a:lnSpc>
                <a:spcPct val="90000"/>
              </a:lnSpc>
              <a:spcBef>
                <a:spcPts val="1225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31000" indent="-23328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699480" indent="-16848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880920" indent="-18144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049400" indent="-16848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body"/>
          </p:nvPr>
        </p:nvSpPr>
        <p:spPr>
          <a:xfrm>
            <a:off x="66754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287280" indent="-287280" defTabSz="932760">
              <a:lnSpc>
                <a:spcPct val="90000"/>
              </a:lnSpc>
              <a:spcBef>
                <a:spcPts val="1225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31000" indent="-23328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699480" indent="-16848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880920" indent="-18144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049400" indent="-16848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388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389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4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5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er Evidence Slide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402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403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5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6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7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8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9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Customer evidence slide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274680" y="1434240"/>
            <a:ext cx="5486040" cy="182700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182880" rIns="182880" tIns="146160" bIns="146160" anchor="t">
            <a:noAutofit/>
          </a:bodyPr>
          <a:p>
            <a:pPr indent="0" defTabSz="93276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Segoe UI"/>
              </a:rPr>
              <a:t>Click icon to add picture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sp>
        <p:nvSpPr>
          <p:cNvPr id="416" name="Rectangle 4"/>
          <p:cNvSpPr/>
          <p:nvPr/>
        </p:nvSpPr>
        <p:spPr>
          <a:xfrm>
            <a:off x="6218280" y="4869000"/>
            <a:ext cx="5945760" cy="1828440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182880" rIns="182880" tIns="146160" bIns="146160" anchor="ctr">
            <a:noAutofit/>
          </a:bodyPr>
          <a:p>
            <a:pPr algn="ctr" defTabSz="932400">
              <a:lnSpc>
                <a:spcPct val="100000"/>
              </a:lnSpc>
            </a:pPr>
            <a:endParaRPr b="0" lang="en-US" sz="2000" strike="noStrike" u="none">
              <a:solidFill>
                <a:srgbClr val="f8f8f8"/>
              </a:solidFill>
              <a:effectLst/>
              <a:uFillTx/>
              <a:latin typeface="Segoe UI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body"/>
          </p:nvPr>
        </p:nvSpPr>
        <p:spPr>
          <a:xfrm>
            <a:off x="6218280" y="1434240"/>
            <a:ext cx="5943240" cy="343296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182880" rIns="182880" tIns="146160" bIns="146160" anchor="t">
            <a:noAutofit/>
          </a:bodyPr>
          <a:p>
            <a:pPr indent="0" defTabSz="93276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Your image here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cxnSp>
        <p:nvCxnSpPr>
          <p:cNvPr id="418" name="Straight Connector 6"/>
          <p:cNvCxnSpPr/>
          <p:nvPr/>
        </p:nvCxnSpPr>
        <p:spPr>
          <a:xfrm>
            <a:off x="5989320" y="1836720"/>
            <a:ext cx="360" cy="4755240"/>
          </a:xfrm>
          <a:prstGeom prst="straightConnector1">
            <a:avLst/>
          </a:prstGeom>
          <a:ln w="3175">
            <a:solidFill>
              <a:schemeClr val="dk1">
                <a:alpha val="25000"/>
              </a:schemeClr>
            </a:solidFill>
            <a:round/>
          </a:ln>
        </p:spPr>
      </p:cxnSp>
      <p:sp>
        <p:nvSpPr>
          <p:cNvPr id="419" name="PlaceHolder 4"/>
          <p:cNvSpPr>
            <a:spLocks noGrp="1"/>
          </p:cNvSpPr>
          <p:nvPr>
            <p:ph type="body"/>
          </p:nvPr>
        </p:nvSpPr>
        <p:spPr>
          <a:xfrm>
            <a:off x="274680" y="3260880"/>
            <a:ext cx="5486040" cy="343656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46160" bIns="146160" anchor="t">
            <a:noAutofit/>
          </a:bodyPr>
          <a:p>
            <a:pPr indent="0" defTabSz="93276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sp>
        <p:nvSpPr>
          <p:cNvPr id="420" name="PlaceHolder 5"/>
          <p:cNvSpPr>
            <a:spLocks noGrp="1"/>
          </p:cNvSpPr>
          <p:nvPr>
            <p:ph type="body"/>
          </p:nvPr>
        </p:nvSpPr>
        <p:spPr>
          <a:xfrm>
            <a:off x="6218280" y="4869000"/>
            <a:ext cx="5943240" cy="182700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46160" bIns="146160" anchor="ctr">
            <a:noAutofit/>
          </a:bodyPr>
          <a:p>
            <a:pPr indent="0" algn="ctr" defTabSz="932760">
              <a:lnSpc>
                <a:spcPct val="9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422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423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4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9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0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274680" y="1209960"/>
            <a:ext cx="822780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Demo title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274680" y="3954600"/>
            <a:ext cx="8229240" cy="379908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46160" bIns="146160" anchor="t">
            <a:spAutoFit/>
          </a:bodyPr>
          <a:p>
            <a:pPr indent="0" defTabSz="932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Speaker Name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437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438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9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0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2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3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44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274680" y="1209960"/>
            <a:ext cx="822924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Video title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451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452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3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4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7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58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0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274680" y="2125800"/>
            <a:ext cx="1188684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Section title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465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466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7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8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0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1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2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274680" y="2125800"/>
            <a:ext cx="1188684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Section title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0-50 Right Photo Layout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479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480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1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2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3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4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86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7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8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0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274680" y="1241280"/>
            <a:ext cx="5486040" cy="320076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66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50/50 photo layout</a:t>
            </a:r>
            <a:endParaRPr b="0" lang="en-US" sz="66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219720" y="0"/>
            <a:ext cx="6216120" cy="699228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90000" rIns="90000" tIns="548640" bIns="45000" anchor="ctr">
            <a:noAutofit/>
          </a:bodyPr>
          <a:p>
            <a:pPr indent="0" algn="ctr" defTabSz="932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Click icon to add picture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bg>
      <p:bgPr>
        <a:solidFill>
          <a:srgbClr val="d83b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494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495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6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7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8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9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0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1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2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3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4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5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507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508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9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14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8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520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521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2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3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4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5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6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7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9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0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2" name="Rectangle 9"/>
          <p:cNvSpPr/>
          <p:nvPr/>
        </p:nvSpPr>
        <p:spPr>
          <a:xfrm>
            <a:off x="0" y="5758920"/>
            <a:ext cx="12435480" cy="1235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numCol="1" spcCol="0" horzOverflow="overflow" lIns="182880" rIns="182880" tIns="146160" bIns="146160" anchor="t">
            <a:noAutofit/>
          </a:bodyPr>
          <a:p>
            <a:pPr algn="ctr" defTabSz="932400">
              <a:lnSpc>
                <a:spcPct val="90000"/>
              </a:lnSpc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Segoe UI"/>
              <a:ea typeface="Segoe UI"/>
            </a:endParaRPr>
          </a:p>
        </p:txBody>
      </p:sp>
      <p:pic>
        <p:nvPicPr>
          <p:cNvPr id="533" name="Picture 10" descr=""/>
          <p:cNvPicPr/>
          <p:nvPr/>
        </p:nvPicPr>
        <p:blipFill>
          <a:blip r:embed="rId2"/>
          <a:stretch/>
        </p:blipFill>
        <p:spPr>
          <a:xfrm>
            <a:off x="462240" y="6208920"/>
            <a:ext cx="1456200" cy="31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4" name="Picture 15" descr=""/>
          <p:cNvPicPr/>
          <p:nvPr/>
        </p:nvPicPr>
        <p:blipFill>
          <a:blip r:embed="rId3"/>
          <a:stretch/>
        </p:blipFill>
        <p:spPr>
          <a:xfrm>
            <a:off x="459360" y="6240960"/>
            <a:ext cx="12780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274680" y="1679760"/>
            <a:ext cx="9143640" cy="18284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54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Presentation title</a:t>
            </a:r>
            <a:endParaRPr b="0" lang="en-US" sz="54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274680" y="3509640"/>
            <a:ext cx="7314840" cy="18277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109800" bIns="109800" anchor="t">
            <a:noAutofit/>
          </a:bodyPr>
          <a:p>
            <a:pPr indent="0" defTabSz="932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Speaker Name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538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539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0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1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2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4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5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7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8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9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Slide for developer code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551" name="Rectangle 2"/>
          <p:cNvSpPr/>
          <p:nvPr/>
        </p:nvSpPr>
        <p:spPr>
          <a:xfrm>
            <a:off x="0" y="1212840"/>
            <a:ext cx="12436200" cy="5781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numCol="1" spcCol="0" horzOverflow="overflow" lIns="46800" rIns="46800" tIns="46800" bIns="46800" anchor="ctr">
            <a:noAutofit/>
          </a:bodyPr>
          <a:p>
            <a:pPr algn="ctr" defTabSz="932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Segoe UI"/>
              <a:ea typeface="Segoe UI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274680" y="1221120"/>
            <a:ext cx="11886840" cy="19954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spcBef>
                <a:spcPts val="660"/>
              </a:spcBef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Click to edit Master text styles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346680" indent="0" defTabSz="93276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846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81468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10508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">
    <p:bg>
      <p:bgPr>
        <a:solidFill>
          <a:srgbClr val="505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554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555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6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1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2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3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6" name="Text Box 3"/>
          <p:cNvSpPr/>
          <p:nvPr/>
        </p:nvSpPr>
        <p:spPr>
          <a:xfrm>
            <a:off x="274680" y="6294600"/>
            <a:ext cx="11886840" cy="402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182880" rIns="182880" tIns="53640" bIns="53640" anchor="t">
            <a:spAutoFit/>
          </a:bodyPr>
          <a:p>
            <a:pPr defTabSz="932400">
              <a:lnSpc>
                <a:spcPct val="100000"/>
              </a:lnSpc>
            </a:pPr>
            <a:r>
              <a:rPr b="0" lang="en-US" sz="7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© 2016 Microsoft Corporation. All rights reserved. </a:t>
            </a:r>
            <a:endParaRPr b="0" lang="pt-BR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7" name="Picture 4" descr=""/>
          <p:cNvPicPr/>
          <p:nvPr/>
        </p:nvPicPr>
        <p:blipFill>
          <a:blip r:embed="rId2"/>
          <a:srcRect l="0" t="0" r="0" b="1371"/>
          <a:stretch/>
        </p:blipFill>
        <p:spPr>
          <a:xfrm>
            <a:off x="457200" y="479520"/>
            <a:ext cx="1449720" cy="306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569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570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1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2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3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5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6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8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1" name="PlaceHolder 1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24433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290520" indent="-290520" defTabSz="932760">
              <a:lnSpc>
                <a:spcPct val="90000"/>
              </a:lnSpc>
              <a:spcBef>
                <a:spcPts val="72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Use this Layout for Speaker Notes slides</a:t>
            </a:r>
            <a:endParaRPr b="0" lang="en-US" sz="36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lvl="1" marL="571680" indent="-281160" defTabSz="932760">
              <a:lnSpc>
                <a:spcPct val="90000"/>
              </a:lnSpc>
              <a:spcBef>
                <a:spcPts val="641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Second level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2" marL="861840" indent="-290520" defTabSz="932760">
              <a:lnSpc>
                <a:spcPct val="90000"/>
              </a:lnSpc>
              <a:spcBef>
                <a:spcPts val="561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Third level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3" marL="1090440" indent="-228600" defTabSz="932760">
              <a:lnSpc>
                <a:spcPct val="90000"/>
              </a:lnSpc>
              <a:spcBef>
                <a:spcPts val="479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Fourth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4" marL="1319040" indent="-228600" defTabSz="932760">
              <a:lnSpc>
                <a:spcPct val="90000"/>
              </a:lnSpc>
              <a:spcBef>
                <a:spcPts val="40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Fifth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0" y="6363000"/>
            <a:ext cx="12436200" cy="63108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txBody>
          <a:bodyPr lIns="155520" rIns="155520" tIns="77760" bIns="77760" anchor="b">
            <a:noAutofit/>
          </a:bodyPr>
          <a:p>
            <a:pPr marL="343080" indent="-343080" algn="r" defTabSz="932760">
              <a:lnSpc>
                <a:spcPct val="90000"/>
              </a:lnSpc>
              <a:spcBef>
                <a:spcPts val="740"/>
              </a:spcBef>
              <a:buNone/>
              <a:tabLst>
                <a:tab algn="l" pos="0"/>
              </a:tabLst>
            </a:pPr>
            <a:r>
              <a:rPr b="0" lang="en-US" sz="3700" spc="-51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Next:</a:t>
            </a:r>
            <a:endParaRPr b="0" lang="en-US" sz="37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Click to edit Master title style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4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585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586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1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2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4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5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6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20246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2860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572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600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601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2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3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4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7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20246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2860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572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615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616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7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1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2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4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5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7" name="PlaceHolder 1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44557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343080" indent="-343080" defTabSz="932760">
              <a:lnSpc>
                <a:spcPct val="90000"/>
              </a:lnSpc>
              <a:spcBef>
                <a:spcPts val="799"/>
              </a:spcBef>
              <a:buClr>
                <a:srgbClr val="d83b01"/>
              </a:buClr>
              <a:buSzPct val="90000"/>
              <a:buFont typeface="Arial"/>
              <a:buChar char="•"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84280" indent="-24120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800280" indent="-22860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10288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2574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9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630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631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2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3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4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5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6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7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2" name="PlaceHolder 1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44557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343080" indent="-343080" defTabSz="932760">
              <a:lnSpc>
                <a:spcPct val="90000"/>
              </a:lnSpc>
              <a:spcBef>
                <a:spcPts val="79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84280" indent="-24120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800280" indent="-22860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10288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2574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643" name="PlaceHolder 2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4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645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646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7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8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9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0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1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2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5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6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7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spcBef>
                <a:spcPts val="1225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318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604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body"/>
          </p:nvPr>
        </p:nvSpPr>
        <p:spPr>
          <a:xfrm>
            <a:off x="66754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spcBef>
                <a:spcPts val="1225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318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604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0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661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662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3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4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5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6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7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8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9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0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1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spcBef>
                <a:spcPts val="1225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318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604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body"/>
          </p:nvPr>
        </p:nvSpPr>
        <p:spPr>
          <a:xfrm>
            <a:off x="66754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spcBef>
                <a:spcPts val="1225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318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604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6" name="Group 2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677" name="Group 25"/>
            <p:cNvGrpSpPr/>
            <p:nvPr/>
          </p:nvGrpSpPr>
          <p:grpSpPr>
            <a:xfrm>
              <a:off x="12619440" y="6120"/>
              <a:ext cx="628920" cy="2698200"/>
              <a:chOff x="12619440" y="6120"/>
              <a:chExt cx="628920" cy="2698200"/>
            </a:xfrm>
          </p:grpSpPr>
          <p:sp>
            <p:nvSpPr>
              <p:cNvPr id="678" name="Rectangle 36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Oragen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9" name="Rectangle 40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0" name="Rectangle 41"/>
              <p:cNvSpPr/>
              <p:nvPr/>
            </p:nvSpPr>
            <p:spPr>
              <a:xfrm rot="5400000">
                <a:off x="12668760" y="212472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1" name="Rectangle 42"/>
              <p:cNvSpPr/>
              <p:nvPr/>
            </p:nvSpPr>
            <p:spPr>
              <a:xfrm rot="5400000">
                <a:off x="12329280" y="1210320"/>
                <a:ext cx="869400" cy="28944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Yellow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G:185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2" name="Rectangle 4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Orange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R:255 G:140 B:0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3" name="Rectangle 44"/>
              <p:cNvSpPr/>
              <p:nvPr/>
            </p:nvSpPr>
            <p:spPr>
              <a:xfrm rot="5400000">
                <a:off x="12329280" y="29592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292929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4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5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rgbClr val="292929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6" name="Rectangle 21"/>
            <p:cNvSpPr/>
            <p:nvPr/>
          </p:nvSpPr>
          <p:spPr>
            <a:xfrm rot="5400000">
              <a:off x="12329280" y="5186880"/>
              <a:ext cx="869400" cy="28944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Red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R:168 G:0 B:0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7" name="Rectangle 22"/>
            <p:cNvSpPr/>
            <p:nvPr/>
          </p:nvSpPr>
          <p:spPr>
            <a:xfrm rot="5400000">
              <a:off x="12329280" y="3353760"/>
              <a:ext cx="869400" cy="289440"/>
            </a:xfrm>
            <a:prstGeom prst="rect">
              <a:avLst/>
            </a:prstGeom>
            <a:solidFill>
              <a:srgbClr val="00bcf2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Light Blue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R:16 G:124 B:16</a:t>
              </a:r>
              <a:endParaRPr b="0" lang="pt-BR" sz="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8" name="Rectangle 23"/>
            <p:cNvSpPr/>
            <p:nvPr/>
          </p:nvSpPr>
          <p:spPr>
            <a:xfrm rot="5400000">
              <a:off x="12329280" y="4272480"/>
              <a:ext cx="869400" cy="289440"/>
            </a:xfrm>
            <a:prstGeom prst="rect">
              <a:avLst/>
            </a:prstGeom>
            <a:solidFill>
              <a:srgbClr val="00205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45720" rIns="0" bIns="0" anchor="t">
              <a:noAutofit/>
            </a:bodyPr>
            <a:p>
              <a:pPr defTabSz="932400">
                <a:lnSpc>
                  <a:spcPct val="100000"/>
                </a:lnSpc>
              </a:pPr>
              <a:r>
                <a:rPr b="1" lang="en-US" sz="500" strike="noStrike" u="none">
                  <a:solidFill>
                    <a:srgbClr val="ffffff"/>
                  </a:solidFill>
                  <a:effectLst/>
                  <a:uFillTx/>
                  <a:latin typeface="Segoe UI"/>
                  <a:ea typeface="Segoe UI"/>
                </a:rPr>
                <a:t>Dark Blue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32400">
                <a:lnSpc>
                  <a:spcPct val="100000"/>
                </a:lnSpc>
              </a:pPr>
              <a:r>
                <a:rPr b="0" lang="en-US" sz="500" strike="noStrike" u="none">
                  <a:solidFill>
                    <a:srgbClr val="f8f8f8"/>
                  </a:solidFill>
                  <a:effectLst/>
                  <a:uFillTx/>
                  <a:latin typeface="Segoe UI"/>
                  <a:ea typeface="Segoe UI"/>
                </a:rPr>
                <a:t>R0 G32 B80</a:t>
              </a:r>
              <a:endParaRPr b="0" lang="pt-BR" sz="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287280" indent="-287280" defTabSz="932760">
              <a:lnSpc>
                <a:spcPct val="90000"/>
              </a:lnSpc>
              <a:spcBef>
                <a:spcPts val="1225"/>
              </a:spcBef>
              <a:buClr>
                <a:srgbClr val="d83b01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31000" indent="-23328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699480" indent="-16848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880920" indent="-18144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049400" indent="-16848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body"/>
          </p:nvPr>
        </p:nvSpPr>
        <p:spPr>
          <a:xfrm>
            <a:off x="66754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287280" indent="-287280" defTabSz="932760">
              <a:lnSpc>
                <a:spcPct val="90000"/>
              </a:lnSpc>
              <a:spcBef>
                <a:spcPts val="1225"/>
              </a:spcBef>
              <a:buClr>
                <a:srgbClr val="d83b01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31000" indent="-23328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699480" indent="-16848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880920" indent="-18144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049400" indent="-16848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">
    <p:bg>
      <p:bgPr>
        <a:solidFill>
          <a:srgbClr val="0078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2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693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694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9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00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701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2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3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4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5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706" name="Picture 15" descr=""/>
          <p:cNvPicPr/>
          <p:nvPr/>
        </p:nvPicPr>
        <p:blipFill>
          <a:blip r:embed="rId2"/>
          <a:stretch/>
        </p:blipFill>
        <p:spPr>
          <a:xfrm>
            <a:off x="459360" y="6240960"/>
            <a:ext cx="12780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7" name="PlaceHolder 1"/>
          <p:cNvSpPr>
            <a:spLocks noGrp="1"/>
          </p:cNvSpPr>
          <p:nvPr>
            <p:ph type="title"/>
          </p:nvPr>
        </p:nvSpPr>
        <p:spPr>
          <a:xfrm>
            <a:off x="274680" y="2125800"/>
            <a:ext cx="10058040" cy="18284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54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Presentation title</a:t>
            </a:r>
            <a:endParaRPr b="0" lang="en-US" sz="54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274680" y="3955680"/>
            <a:ext cx="10058040" cy="18277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109800" bIns="109800" anchor="t">
            <a:noAutofit/>
          </a:bodyPr>
          <a:p>
            <a:pPr indent="0" defTabSz="932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Speaker Name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 type="body"/>
          </p:nvPr>
        </p:nvSpPr>
        <p:spPr>
          <a:xfrm>
            <a:off x="8504280" y="307800"/>
            <a:ext cx="3655800" cy="57204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46160" bIns="146160" anchor="t">
            <a:noAutofit/>
          </a:bodyPr>
          <a:p>
            <a:pPr indent="0" algn="r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Session Code Here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0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711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712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3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4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5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6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7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18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719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0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1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2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3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4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slide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726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727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0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2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33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734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6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7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8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1101600" y="2963880"/>
            <a:ext cx="1023552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ctr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741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742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3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4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48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749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0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1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52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3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274680" y="1209960"/>
            <a:ext cx="914364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Demo title</a:t>
            </a:r>
            <a:endParaRPr b="0" lang="en-US" sz="72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755" name="PlaceHolder 2"/>
          <p:cNvSpPr>
            <a:spLocks noGrp="1"/>
          </p:cNvSpPr>
          <p:nvPr>
            <p:ph type="body"/>
          </p:nvPr>
        </p:nvSpPr>
        <p:spPr>
          <a:xfrm>
            <a:off x="274680" y="3954600"/>
            <a:ext cx="9143640" cy="379908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46160" bIns="146160" anchor="t">
            <a:spAutoFit/>
          </a:bodyPr>
          <a:p>
            <a:pPr indent="0" defTabSz="932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Speaker Name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">
    <p:bg>
      <p:bgPr>
        <a:solidFill>
          <a:srgbClr val="0078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6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757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758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9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0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1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2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3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64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765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8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9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274680" y="1209960"/>
            <a:ext cx="914364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Video title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">
    <p:bg>
      <p:bgPr>
        <a:solidFill>
          <a:srgbClr val="0078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1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772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773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5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6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7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79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780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1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2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83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4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5" name="PlaceHolder 1"/>
          <p:cNvSpPr>
            <a:spLocks noGrp="1"/>
          </p:cNvSpPr>
          <p:nvPr>
            <p:ph type="title"/>
          </p:nvPr>
        </p:nvSpPr>
        <p:spPr>
          <a:xfrm>
            <a:off x="274680" y="2125800"/>
            <a:ext cx="1188684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Section title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Title Accent Color 3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6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787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788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9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0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1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3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94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795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7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8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9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274680" y="2125800"/>
            <a:ext cx="1188684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Section title</a:t>
            </a:r>
            <a:endParaRPr b="0" lang="en-US" sz="72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802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803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6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7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8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09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810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1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2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3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4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5" name="PlaceHolder 1"/>
          <p:cNvSpPr>
            <a:spLocks noGrp="1"/>
          </p:cNvSpPr>
          <p:nvPr>
            <p:ph type="title"/>
          </p:nvPr>
        </p:nvSpPr>
        <p:spPr>
          <a:xfrm>
            <a:off x="274680" y="1241280"/>
            <a:ext cx="5486040" cy="320076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66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50/50 photo layout</a:t>
            </a:r>
            <a:endParaRPr b="0" lang="en-US" sz="66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816" name="PlaceHolder 2"/>
          <p:cNvSpPr>
            <a:spLocks noGrp="1"/>
          </p:cNvSpPr>
          <p:nvPr>
            <p:ph type="body"/>
          </p:nvPr>
        </p:nvSpPr>
        <p:spPr>
          <a:xfrm>
            <a:off x="6219720" y="0"/>
            <a:ext cx="6216120" cy="699228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90000" rIns="90000" tIns="548640" bIns="45000" anchor="ctr">
            <a:noAutofit/>
          </a:bodyPr>
          <a:p>
            <a:pPr indent="0" algn="ctr" defTabSz="932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Click icon to add picture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6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7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818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819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0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1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25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826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7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8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9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0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1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832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833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4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5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6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39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840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2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3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5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846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847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8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9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0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2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53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854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7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9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Slide for developer code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860" name="Rectangle 2"/>
          <p:cNvSpPr/>
          <p:nvPr/>
        </p:nvSpPr>
        <p:spPr>
          <a:xfrm>
            <a:off x="0" y="1212840"/>
            <a:ext cx="12436200" cy="5781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numCol="1" spcCol="0" horzOverflow="overflow" lIns="46800" rIns="46800" tIns="46800" bIns="46800" anchor="ctr">
            <a:noAutofit/>
          </a:bodyPr>
          <a:p>
            <a:pPr algn="ctr" defTabSz="932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Segoe UI"/>
              <a:ea typeface="Segoe UI"/>
            </a:endParaRPr>
          </a:p>
        </p:txBody>
      </p:sp>
      <p:sp>
        <p:nvSpPr>
          <p:cNvPr id="861" name="PlaceHolder 2"/>
          <p:cNvSpPr>
            <a:spLocks noGrp="1"/>
          </p:cNvSpPr>
          <p:nvPr>
            <p:ph type="body"/>
          </p:nvPr>
        </p:nvSpPr>
        <p:spPr>
          <a:xfrm>
            <a:off x="274680" y="1221120"/>
            <a:ext cx="11886840" cy="19954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spcBef>
                <a:spcPts val="660"/>
              </a:spcBef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Edit Master text styles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346680" indent="0" defTabSz="93276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846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81468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10508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2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863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864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5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6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7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8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9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70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871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4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5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6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877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20246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2860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572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8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879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880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1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3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4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86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887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8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9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0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1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2" name="Text Box 3"/>
          <p:cNvSpPr/>
          <p:nvPr/>
        </p:nvSpPr>
        <p:spPr>
          <a:xfrm>
            <a:off x="274680" y="6294600"/>
            <a:ext cx="11886840" cy="402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182880" rIns="182880" tIns="53640" bIns="53640" anchor="t">
            <a:spAutoFit/>
          </a:bodyPr>
          <a:p>
            <a:pPr defTabSz="932400">
              <a:lnSpc>
                <a:spcPct val="100000"/>
              </a:lnSpc>
            </a:pPr>
            <a:r>
              <a:rPr b="0" lang="en-US" sz="7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© 2016 Microsoft Corporation. All rights reserved. </a:t>
            </a:r>
            <a:endParaRPr b="0" lang="pt-B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3" name="Picture 4" descr=""/>
          <p:cNvPicPr/>
          <p:nvPr/>
        </p:nvPicPr>
        <p:blipFill>
          <a:blip r:embed="rId2"/>
          <a:stretch/>
        </p:blipFill>
        <p:spPr>
          <a:xfrm>
            <a:off x="464040" y="479520"/>
            <a:ext cx="1436040" cy="306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4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895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896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9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0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1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02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903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4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5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06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7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8" name="PlaceHolder 1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24433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290520" indent="-290520" defTabSz="932760">
              <a:lnSpc>
                <a:spcPct val="90000"/>
              </a:lnSpc>
              <a:spcBef>
                <a:spcPts val="72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Use this Layout for Speaker Notes slides</a:t>
            </a:r>
            <a:endParaRPr b="0" lang="en-US" sz="36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lvl="1" marL="571680" indent="-281160" defTabSz="932760">
              <a:lnSpc>
                <a:spcPct val="90000"/>
              </a:lnSpc>
              <a:spcBef>
                <a:spcPts val="641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Second level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2" marL="861840" indent="-290520" defTabSz="932760">
              <a:lnSpc>
                <a:spcPct val="90000"/>
              </a:lnSpc>
              <a:spcBef>
                <a:spcPts val="561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Third level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3" marL="1090440" indent="-228600" defTabSz="932760">
              <a:lnSpc>
                <a:spcPct val="90000"/>
              </a:lnSpc>
              <a:spcBef>
                <a:spcPts val="479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Fourth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4" marL="1319040" indent="-228600" defTabSz="932760">
              <a:lnSpc>
                <a:spcPct val="90000"/>
              </a:lnSpc>
              <a:spcBef>
                <a:spcPts val="40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Fifth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909" name="PlaceHolder 2"/>
          <p:cNvSpPr>
            <a:spLocks noGrp="1"/>
          </p:cNvSpPr>
          <p:nvPr>
            <p:ph type="body"/>
          </p:nvPr>
        </p:nvSpPr>
        <p:spPr>
          <a:xfrm>
            <a:off x="0" y="6363000"/>
            <a:ext cx="12436200" cy="63108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txBody>
          <a:bodyPr lIns="155520" rIns="155520" tIns="77760" bIns="77760" anchor="b">
            <a:noAutofit/>
          </a:bodyPr>
          <a:p>
            <a:pPr marL="343080" indent="-343080" algn="r" defTabSz="932760">
              <a:lnSpc>
                <a:spcPct val="90000"/>
              </a:lnSpc>
              <a:spcBef>
                <a:spcPts val="740"/>
              </a:spcBef>
              <a:buNone/>
              <a:tabLst>
                <a:tab algn="l" pos="0"/>
              </a:tabLst>
            </a:pPr>
            <a:r>
              <a:rPr b="0" lang="en-US" sz="3700" spc="-51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Next:</a:t>
            </a:r>
            <a:endParaRPr b="0" lang="en-US" sz="37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sp>
        <p:nvSpPr>
          <p:cNvPr id="910" name="PlaceHolder 3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Click to edit Master title style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912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913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4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5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19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920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1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2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3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5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Clique para editar o título mestre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926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20926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343080" indent="-343080" defTabSz="932760">
              <a:lnSpc>
                <a:spcPct val="90000"/>
              </a:lnSpc>
              <a:spcBef>
                <a:spcPts val="79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Clique para editar o texto mestre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84280" indent="-24120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Segundo nível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800280" indent="-22860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Terceiro nível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10288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Quarto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2574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Quinto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927" name="PlaceHolder 3"/>
          <p:cNvSpPr>
            <a:spLocks noGrp="1"/>
          </p:cNvSpPr>
          <p:nvPr>
            <p:ph type="dt" idx="4"/>
          </p:nvPr>
        </p:nvSpPr>
        <p:spPr>
          <a:xfrm>
            <a:off x="621720" y="6482880"/>
            <a:ext cx="2901600" cy="37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32760">
              <a:lnSpc>
                <a:spcPct val="100000"/>
              </a:lnSpc>
              <a:buNone/>
              <a:defRPr b="0" lang="pt-BR" sz="1800" strike="noStrike" u="none">
                <a:solidFill>
                  <a:schemeClr val="dk1"/>
                </a:solidFill>
                <a:effectLst/>
                <a:uFillTx/>
                <a:latin typeface="Segoe UI Light"/>
              </a:defRPr>
            </a:lvl1pPr>
          </a:lstStyle>
          <a:p>
            <a:pPr indent="0" defTabSz="932760">
              <a:lnSpc>
                <a:spcPct val="100000"/>
              </a:lnSpc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Segoe UI Light"/>
              </a:rPr>
              <a:t>&lt;date/time&gt;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PlaceHolder 4"/>
          <p:cNvSpPr>
            <a:spLocks noGrp="1"/>
          </p:cNvSpPr>
          <p:nvPr>
            <p:ph type="ftr" idx="5"/>
          </p:nvPr>
        </p:nvSpPr>
        <p:spPr>
          <a:xfrm>
            <a:off x="4249080" y="6482880"/>
            <a:ext cx="3937680" cy="37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PlaceHolder 5"/>
          <p:cNvSpPr>
            <a:spLocks noGrp="1"/>
          </p:cNvSpPr>
          <p:nvPr>
            <p:ph type="sldNum" idx="6"/>
          </p:nvPr>
        </p:nvSpPr>
        <p:spPr>
          <a:xfrm>
            <a:off x="8912880" y="6482880"/>
            <a:ext cx="2901600" cy="37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32760">
              <a:lnSpc>
                <a:spcPct val="100000"/>
              </a:lnSpc>
              <a:buNone/>
              <a:defRPr b="0" lang="pt-BR" sz="1800" strike="noStrike" u="none">
                <a:solidFill>
                  <a:schemeClr val="dk1"/>
                </a:solidFill>
                <a:effectLst/>
                <a:uFillTx/>
                <a:latin typeface="Segoe UI Light"/>
              </a:defRPr>
            </a:lvl1pPr>
          </a:lstStyle>
          <a:p>
            <a:pPr indent="0" defTabSz="932760">
              <a:lnSpc>
                <a:spcPct val="100000"/>
              </a:lnSpc>
              <a:buNone/>
            </a:pPr>
            <a:fld id="{6744B3F5-72B5-42DE-B3F0-D7BA2B9C8395}" type="slidenum">
              <a:rPr b="0" lang="pt-BR" sz="1800" strike="noStrike" u="none">
                <a:solidFill>
                  <a:schemeClr val="dk1"/>
                </a:solidFill>
                <a:effectLst/>
                <a:uFillTx/>
                <a:latin typeface="Segoe UI Light"/>
              </a:rPr>
              <a:t>&lt;number&gt;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0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931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932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3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4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5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38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939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0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1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42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3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4" name="PlaceHolder 1"/>
          <p:cNvSpPr>
            <a:spLocks noGrp="1"/>
          </p:cNvSpPr>
          <p:nvPr>
            <p:ph type="dt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3276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Segoe UI"/>
              </a:defRPr>
            </a:lvl1pPr>
          </a:lstStyle>
          <a:p>
            <a:pPr indent="0" defTabSz="93276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&lt;date/time&gt;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PlaceHolder 2"/>
          <p:cNvSpPr>
            <a:spLocks noGrp="1"/>
          </p:cNvSpPr>
          <p:nvPr>
            <p:ph type="ft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3276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Segoe UI"/>
              </a:defRPr>
            </a:lvl1pPr>
          </a:lstStyle>
          <a:p>
            <a:pPr indent="0" defTabSz="932760">
              <a:lnSpc>
                <a:spcPct val="100000"/>
              </a:lnSpc>
              <a:buNone/>
            </a:pPr>
            <a:fld id="{7DAEF755-5E1B-45BA-925D-E771F673215D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egoe UI"/>
              </a:rPr>
              <a:t>&lt;number&gt;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Only Large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7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948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949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0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2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3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4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55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956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8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9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0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1" name="PlaceHolder 1"/>
          <p:cNvSpPr>
            <a:spLocks noGrp="1"/>
          </p:cNvSpPr>
          <p:nvPr>
            <p:ph type="title"/>
          </p:nvPr>
        </p:nvSpPr>
        <p:spPr>
          <a:xfrm>
            <a:off x="1189080" y="2125800"/>
            <a:ext cx="10058040" cy="18284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Only_Large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963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964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5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6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7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8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9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70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971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2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4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5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6" name="PlaceHolder 1"/>
          <p:cNvSpPr>
            <a:spLocks noGrp="1"/>
          </p:cNvSpPr>
          <p:nvPr>
            <p:ph type="title"/>
          </p:nvPr>
        </p:nvSpPr>
        <p:spPr>
          <a:xfrm>
            <a:off x="1189080" y="2125800"/>
            <a:ext cx="10058040" cy="9126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7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978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979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0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1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2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3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4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85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986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7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8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9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0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1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992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20246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2860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572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994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995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6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7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8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9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0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01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002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3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4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5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7" name="PlaceHolder 1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44557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343080" indent="-343080" defTabSz="932760">
              <a:lnSpc>
                <a:spcPct val="90000"/>
              </a:lnSpc>
              <a:spcBef>
                <a:spcPts val="799"/>
              </a:spcBef>
              <a:buClr>
                <a:srgbClr val="0078d7"/>
              </a:buClr>
              <a:buSzPct val="90000"/>
              <a:buFont typeface="Arial"/>
              <a:buChar char="•"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84280" indent="-24120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800280" indent="-22860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10288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2574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008" name="PlaceHolder 2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9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010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011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2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3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4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5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6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17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018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9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0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1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2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3" name="PlaceHolder 1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44557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343080" indent="-343080" defTabSz="932760">
              <a:lnSpc>
                <a:spcPct val="90000"/>
              </a:lnSpc>
              <a:spcBef>
                <a:spcPts val="79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84280" indent="-24120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800280" indent="-22860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10288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257480" indent="-22860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024" name="PlaceHolder 2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5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026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027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8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9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1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2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33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034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5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7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8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9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040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spcBef>
                <a:spcPts val="1225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318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604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sp>
        <p:nvSpPr>
          <p:cNvPr id="1041" name="PlaceHolder 3"/>
          <p:cNvSpPr>
            <a:spLocks noGrp="1"/>
          </p:cNvSpPr>
          <p:nvPr>
            <p:ph type="body"/>
          </p:nvPr>
        </p:nvSpPr>
        <p:spPr>
          <a:xfrm>
            <a:off x="66754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spcBef>
                <a:spcPts val="1225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318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604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2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043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044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5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7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8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50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051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3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4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56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057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spcBef>
                <a:spcPts val="1225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318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604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sp>
        <p:nvSpPr>
          <p:cNvPr id="1058" name="PlaceHolder 3"/>
          <p:cNvSpPr>
            <a:spLocks noGrp="1"/>
          </p:cNvSpPr>
          <p:nvPr>
            <p:ph type="body"/>
          </p:nvPr>
        </p:nvSpPr>
        <p:spPr>
          <a:xfrm>
            <a:off x="66754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spcBef>
                <a:spcPts val="1225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2318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4604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9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060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061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2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3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4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5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6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67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068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9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1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2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3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074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287280" indent="-287280" defTabSz="932760">
              <a:lnSpc>
                <a:spcPct val="90000"/>
              </a:lnSpc>
              <a:spcBef>
                <a:spcPts val="1225"/>
              </a:spcBef>
              <a:buClr>
                <a:srgbClr val="0078d7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31000" indent="-23328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699480" indent="-16848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880920" indent="-18144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049400" indent="-16848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075" name="PlaceHolder 3"/>
          <p:cNvSpPr>
            <a:spLocks noGrp="1"/>
          </p:cNvSpPr>
          <p:nvPr>
            <p:ph type="body"/>
          </p:nvPr>
        </p:nvSpPr>
        <p:spPr>
          <a:xfrm>
            <a:off x="66754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287280" indent="-287280" defTabSz="932760">
              <a:lnSpc>
                <a:spcPct val="90000"/>
              </a:lnSpc>
              <a:spcBef>
                <a:spcPts val="1225"/>
              </a:spcBef>
              <a:buClr>
                <a:srgbClr val="0078d7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31000" indent="-23328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699480" indent="-16848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880920" indent="-18144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049400" indent="-16848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6" name="Group 17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077" name="Group 25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078" name="Rectangle 44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9" name="Rectangle 36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00000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0" name="Rectangle 40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1" name="Rectangle 41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2" name="Rectangle 42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R:80 G:80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Rectangle 43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4" name="Group 26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085" name="Rectangle 32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6" name="Rectangle 33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7" name="Rectangle 34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8" name="TextBox 27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9" name="TextBox 31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32760">
                <a:lnSpc>
                  <a:spcPct val="90000"/>
                </a:lnSpc>
                <a:spcAft>
                  <a:spcPts val="601"/>
                </a:spcAf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0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091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287280" indent="-287280" defTabSz="932760">
              <a:lnSpc>
                <a:spcPct val="90000"/>
              </a:lnSpc>
              <a:spcBef>
                <a:spcPts val="1225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31000" indent="-23328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699480" indent="-16848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880920" indent="-18144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049400" indent="-16848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092" name="PlaceHolder 3"/>
          <p:cNvSpPr>
            <a:spLocks noGrp="1"/>
          </p:cNvSpPr>
          <p:nvPr>
            <p:ph type="body"/>
          </p:nvPr>
        </p:nvSpPr>
        <p:spPr>
          <a:xfrm>
            <a:off x="66754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287280" indent="-287280" defTabSz="932760">
              <a:lnSpc>
                <a:spcPct val="90000"/>
              </a:lnSpc>
              <a:spcBef>
                <a:spcPts val="1225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Segoe UI Light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lvl="1" marL="531000" indent="-233280" defTabSz="932760">
              <a:lnSpc>
                <a:spcPct val="90000"/>
              </a:lnSpc>
              <a:spcBef>
                <a:spcPts val="479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2" marL="699480" indent="-168480" defTabSz="932760">
              <a:lnSpc>
                <a:spcPct val="90000"/>
              </a:lnSpc>
              <a:spcBef>
                <a:spcPts val="40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3" marL="880920" indent="-18144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lvl="4" marL="1049400" indent="-168480" defTabSz="932760">
              <a:lnSpc>
                <a:spcPct val="90000"/>
              </a:lnSpc>
              <a:spcBef>
                <a:spcPts val="360"/>
              </a:spcBef>
              <a:buClr>
                <a:srgbClr val="505050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0">
    <p:bg>
      <p:bgPr>
        <a:solidFill>
          <a:srgbClr val="0078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094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095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7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8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9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0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01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102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3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5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6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07" name="Picture 15" descr=""/>
          <p:cNvPicPr/>
          <p:nvPr/>
        </p:nvPicPr>
        <p:blipFill>
          <a:blip r:embed="rId2"/>
          <a:stretch/>
        </p:blipFill>
        <p:spPr>
          <a:xfrm>
            <a:off x="459360" y="6240960"/>
            <a:ext cx="12780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8" name="PlaceHolder 1"/>
          <p:cNvSpPr>
            <a:spLocks noGrp="1"/>
          </p:cNvSpPr>
          <p:nvPr>
            <p:ph type="title"/>
          </p:nvPr>
        </p:nvSpPr>
        <p:spPr>
          <a:xfrm>
            <a:off x="274680" y="2125800"/>
            <a:ext cx="10058040" cy="18284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54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Presentation title</a:t>
            </a:r>
            <a:endParaRPr b="0" lang="en-US" sz="54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1109" name="PlaceHolder 2"/>
          <p:cNvSpPr>
            <a:spLocks noGrp="1"/>
          </p:cNvSpPr>
          <p:nvPr>
            <p:ph type="body"/>
          </p:nvPr>
        </p:nvSpPr>
        <p:spPr>
          <a:xfrm>
            <a:off x="274680" y="3955680"/>
            <a:ext cx="10058040" cy="18277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109800" bIns="109800" anchor="t">
            <a:noAutofit/>
          </a:bodyPr>
          <a:p>
            <a:pPr indent="0" defTabSz="932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Speaker Name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pic>
        <p:nvPicPr>
          <p:cNvPr id="1110" name="Picture 5" descr=""/>
          <p:cNvPicPr/>
          <p:nvPr/>
        </p:nvPicPr>
        <p:blipFill>
          <a:blip r:embed="rId3"/>
          <a:srcRect l="0" t="0" r="0" b="1371"/>
          <a:stretch/>
        </p:blipFill>
        <p:spPr>
          <a:xfrm>
            <a:off x="457200" y="490680"/>
            <a:ext cx="144972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1" name="PlaceHolder 3"/>
          <p:cNvSpPr>
            <a:spLocks noGrp="1"/>
          </p:cNvSpPr>
          <p:nvPr>
            <p:ph type="body"/>
          </p:nvPr>
        </p:nvSpPr>
        <p:spPr>
          <a:xfrm>
            <a:off x="8504280" y="307800"/>
            <a:ext cx="3655800" cy="57204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46160" bIns="146160" anchor="t">
            <a:noAutofit/>
          </a:bodyPr>
          <a:p>
            <a:pPr indent="0" algn="r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Session Code Here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sp>
        <p:nvSpPr>
          <p:cNvPr id="1112" name="TextBox 7"/>
          <p:cNvSpPr/>
          <p:nvPr/>
        </p:nvSpPr>
        <p:spPr>
          <a:xfrm>
            <a:off x="289080" y="6072480"/>
            <a:ext cx="189972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182880" tIns="146160" bIns="146160" anchor="t">
            <a:spAutoFit/>
          </a:bodyPr>
          <a:p>
            <a:pPr defTabSz="932760">
              <a:lnSpc>
                <a:spcPct val="90000"/>
              </a:lnSpc>
              <a:spcAft>
                <a:spcPts val="601"/>
              </a:spcAf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#Build2016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1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3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114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115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6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7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8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9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0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21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122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3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4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5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27" name="PlaceHolder 1"/>
          <p:cNvSpPr>
            <a:spLocks noGrp="1"/>
          </p:cNvSpPr>
          <p:nvPr>
            <p:ph type="title"/>
          </p:nvPr>
        </p:nvSpPr>
        <p:spPr>
          <a:xfrm>
            <a:off x="274680" y="1209960"/>
            <a:ext cx="914364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Video title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2">
    <p:bg>
      <p:bgPr>
        <a:solidFill>
          <a:srgbClr val="0078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8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129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130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1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2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3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5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36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137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8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9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0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1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2" name="PlaceHolder 1"/>
          <p:cNvSpPr>
            <a:spLocks noGrp="1"/>
          </p:cNvSpPr>
          <p:nvPr>
            <p:ph type="title"/>
          </p:nvPr>
        </p:nvSpPr>
        <p:spPr>
          <a:xfrm>
            <a:off x="274680" y="2125800"/>
            <a:ext cx="1188684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Section title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3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3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144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145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8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9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0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51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152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55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6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7" name="PlaceHolder 1"/>
          <p:cNvSpPr>
            <a:spLocks noGrp="1"/>
          </p:cNvSpPr>
          <p:nvPr>
            <p:ph type="title"/>
          </p:nvPr>
        </p:nvSpPr>
        <p:spPr>
          <a:xfrm>
            <a:off x="274680" y="2125800"/>
            <a:ext cx="1188684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Section title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4">
    <p:bg>
      <p:bgPr>
        <a:solidFill>
          <a:srgbClr val="505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8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159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160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1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2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3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4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5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66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167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8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0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1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72" name="PlaceHolder 1"/>
          <p:cNvSpPr>
            <a:spLocks noGrp="1"/>
          </p:cNvSpPr>
          <p:nvPr>
            <p:ph type="title"/>
          </p:nvPr>
        </p:nvSpPr>
        <p:spPr>
          <a:xfrm>
            <a:off x="274680" y="1241280"/>
            <a:ext cx="5486040" cy="320076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6600" spc="-102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50/50 photo layout</a:t>
            </a:r>
            <a:endParaRPr b="0" lang="en-US" sz="66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1173" name="PlaceHolder 2"/>
          <p:cNvSpPr>
            <a:spLocks noGrp="1"/>
          </p:cNvSpPr>
          <p:nvPr>
            <p:ph type="body"/>
          </p:nvPr>
        </p:nvSpPr>
        <p:spPr>
          <a:xfrm>
            <a:off x="6219720" y="0"/>
            <a:ext cx="6216120" cy="699228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90000" rIns="90000" tIns="548640" bIns="45000" anchor="ctr">
            <a:noAutofit/>
          </a:bodyPr>
          <a:p>
            <a:pPr indent="0" algn="ctr" defTabSz="932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Click icon to add picture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- Dark Gray">
    <p:bg>
      <p:bgPr>
        <a:solidFill>
          <a:srgbClr val="505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4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175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176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7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8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9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0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1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82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183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4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5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6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5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8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189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190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3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4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5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96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197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8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9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00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6">
    <p:bg>
      <p:bgPr>
        <a:solidFill>
          <a:srgbClr val="0078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2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203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204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5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6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7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8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10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211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3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4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7">
    <p:bg>
      <p:bgPr>
        <a:solidFill>
          <a:srgbClr val="505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6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217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218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9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0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1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24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225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6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7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8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9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30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Slide for developer code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1231" name="Rectangle 2"/>
          <p:cNvSpPr/>
          <p:nvPr/>
        </p:nvSpPr>
        <p:spPr>
          <a:xfrm>
            <a:off x="0" y="1212840"/>
            <a:ext cx="12436200" cy="5781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numCol="1" spcCol="0" horzOverflow="overflow" lIns="46800" rIns="46800" tIns="46800" bIns="46800" anchor="ctr">
            <a:noAutofit/>
          </a:bodyPr>
          <a:p>
            <a:pPr algn="ctr" defTabSz="932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Segoe UI"/>
              <a:ea typeface="Segoe UI"/>
            </a:endParaRPr>
          </a:p>
        </p:txBody>
      </p:sp>
      <p:sp>
        <p:nvSpPr>
          <p:cNvPr id="1232" name="PlaceHolder 2"/>
          <p:cNvSpPr>
            <a:spLocks noGrp="1"/>
          </p:cNvSpPr>
          <p:nvPr>
            <p:ph type="body"/>
          </p:nvPr>
        </p:nvSpPr>
        <p:spPr>
          <a:xfrm>
            <a:off x="274680" y="1221120"/>
            <a:ext cx="11886840" cy="19954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spcBef>
                <a:spcPts val="660"/>
              </a:spcBef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Click to edit Master text styles</a:t>
            </a:r>
            <a:endParaRPr b="0" lang="en-US" sz="33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marL="346680" indent="0" defTabSz="93276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Second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marL="5846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Third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marL="81468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Fourth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marL="10508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Fifth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8">
    <p:bg>
      <p:bgPr>
        <a:solidFill>
          <a:srgbClr val="505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3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234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235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6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7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8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9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0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41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242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3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4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45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6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7" name="Text Box 3"/>
          <p:cNvSpPr/>
          <p:nvPr/>
        </p:nvSpPr>
        <p:spPr>
          <a:xfrm>
            <a:off x="274680" y="6294600"/>
            <a:ext cx="11886840" cy="402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182880" rIns="182880" tIns="53640" bIns="53640" anchor="t">
            <a:spAutoFit/>
          </a:bodyPr>
          <a:p>
            <a:pPr defTabSz="932400">
              <a:lnSpc>
                <a:spcPct val="100000"/>
              </a:lnSpc>
            </a:pPr>
            <a:r>
              <a:rPr b="0" lang="en-US" sz="7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© 2016 Microsoft Corporation. All rights reserved. </a:t>
            </a:r>
            <a:endParaRPr b="0" lang="pt-BR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8" name="Picture 4" descr=""/>
          <p:cNvPicPr/>
          <p:nvPr/>
        </p:nvPicPr>
        <p:blipFill>
          <a:blip r:embed="rId2"/>
          <a:srcRect l="0" t="0" r="0" b="1371"/>
          <a:stretch/>
        </p:blipFill>
        <p:spPr>
          <a:xfrm>
            <a:off x="457200" y="479520"/>
            <a:ext cx="1449720" cy="306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9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250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251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2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3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4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5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57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258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9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3" name="PlaceHolder 1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24433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290520" indent="-290520" defTabSz="932760">
              <a:lnSpc>
                <a:spcPct val="90000"/>
              </a:lnSpc>
              <a:spcBef>
                <a:spcPts val="72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Use this Layout for Speaker Notes slides</a:t>
            </a:r>
            <a:endParaRPr b="0" lang="en-US" sz="36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lvl="1" marL="571680" indent="-281160" defTabSz="932760">
              <a:lnSpc>
                <a:spcPct val="90000"/>
              </a:lnSpc>
              <a:spcBef>
                <a:spcPts val="641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Second level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2" marL="861840" indent="-290520" defTabSz="932760">
              <a:lnSpc>
                <a:spcPct val="90000"/>
              </a:lnSpc>
              <a:spcBef>
                <a:spcPts val="561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Third level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3" marL="1090440" indent="-228600" defTabSz="932760">
              <a:lnSpc>
                <a:spcPct val="90000"/>
              </a:lnSpc>
              <a:spcBef>
                <a:spcPts val="479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Fourth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4" marL="1319040" indent="-228600" defTabSz="932760">
              <a:lnSpc>
                <a:spcPct val="90000"/>
              </a:lnSpc>
              <a:spcBef>
                <a:spcPts val="40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Fifth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1264" name="PlaceHolder 2"/>
          <p:cNvSpPr>
            <a:spLocks noGrp="1"/>
          </p:cNvSpPr>
          <p:nvPr>
            <p:ph type="body"/>
          </p:nvPr>
        </p:nvSpPr>
        <p:spPr>
          <a:xfrm>
            <a:off x="0" y="6363000"/>
            <a:ext cx="12436200" cy="63108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txBody>
          <a:bodyPr lIns="155520" rIns="155520" tIns="77760" bIns="77760" anchor="b">
            <a:noAutofit/>
          </a:bodyPr>
          <a:p>
            <a:pPr marL="343080" indent="-343080" algn="r" defTabSz="932760">
              <a:lnSpc>
                <a:spcPct val="90000"/>
              </a:lnSpc>
              <a:spcBef>
                <a:spcPts val="740"/>
              </a:spcBef>
              <a:buNone/>
              <a:tabLst>
                <a:tab algn="l" pos="0"/>
              </a:tabLst>
            </a:pPr>
            <a:r>
              <a:rPr b="0" lang="en-US" sz="3700" spc="-51" strike="noStrike" u="non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Next:</a:t>
            </a:r>
            <a:endParaRPr b="0" lang="en-US" sz="37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sp>
        <p:nvSpPr>
          <p:cNvPr id="1265" name="PlaceHolder 3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Click to edit Master title style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- Build">
    <p:bg>
      <p:bgPr>
        <a:solidFill>
          <a:srgbClr val="0078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6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267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268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9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0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1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2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3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74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275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6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7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78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280" name="Picture 15" descr=""/>
          <p:cNvPicPr/>
          <p:nvPr/>
        </p:nvPicPr>
        <p:blipFill>
          <a:blip r:embed="rId2"/>
          <a:stretch/>
        </p:blipFill>
        <p:spPr>
          <a:xfrm>
            <a:off x="459360" y="6240960"/>
            <a:ext cx="12780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1" name="PlaceHolder 1"/>
          <p:cNvSpPr>
            <a:spLocks noGrp="1"/>
          </p:cNvSpPr>
          <p:nvPr>
            <p:ph type="title"/>
          </p:nvPr>
        </p:nvSpPr>
        <p:spPr>
          <a:xfrm>
            <a:off x="274680" y="2125800"/>
            <a:ext cx="10058040" cy="18284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54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Presentation title</a:t>
            </a:r>
            <a:endParaRPr b="0" lang="en-US" sz="54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1282" name="PlaceHolder 2"/>
          <p:cNvSpPr>
            <a:spLocks noGrp="1"/>
          </p:cNvSpPr>
          <p:nvPr>
            <p:ph type="body"/>
          </p:nvPr>
        </p:nvSpPr>
        <p:spPr>
          <a:xfrm>
            <a:off x="274680" y="3955680"/>
            <a:ext cx="10058040" cy="18277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109800" bIns="109800" anchor="t">
            <a:noAutofit/>
          </a:bodyPr>
          <a:p>
            <a:pPr indent="0" defTabSz="932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Speaker Name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sp>
        <p:nvSpPr>
          <p:cNvPr id="1283" name="PlaceHolder 3"/>
          <p:cNvSpPr>
            <a:spLocks noGrp="1"/>
          </p:cNvSpPr>
          <p:nvPr>
            <p:ph type="body"/>
          </p:nvPr>
        </p:nvSpPr>
        <p:spPr>
          <a:xfrm>
            <a:off x="8504280" y="307800"/>
            <a:ext cx="3655800" cy="57204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46160" bIns="146160" anchor="t">
            <a:noAutofit/>
          </a:bodyPr>
          <a:p>
            <a:pPr indent="0" algn="r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Session Code Here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sp>
        <p:nvSpPr>
          <p:cNvPr id="1284" name="Freeform 7"/>
          <p:cNvSpPr/>
          <p:nvPr/>
        </p:nvSpPr>
        <p:spPr>
          <a:xfrm>
            <a:off x="457200" y="490680"/>
            <a:ext cx="1238760" cy="310680"/>
          </a:xfrm>
          <a:custGeom>
            <a:avLst/>
            <a:gdLst>
              <a:gd name="textAreaLeft" fmla="*/ 0 w 1238760"/>
              <a:gd name="textAreaRight" fmla="*/ 1239120 w 1238760"/>
              <a:gd name="textAreaTop" fmla="*/ 0 h 310680"/>
              <a:gd name="textAreaBottom" fmla="*/ 311040 h 310680"/>
              <a:gd name="GluePoint1X" fmla="*/ 336 w 2176"/>
              <a:gd name="GluePoint1Y" fmla="*/ 2 h 546"/>
              <a:gd name="GluePoint2X" fmla="*/ 269 w 2176"/>
              <a:gd name="GluePoint2Y" fmla="*/ 2 h 546"/>
              <a:gd name="GluePoint3X" fmla="*/ 48 w 2176"/>
              <a:gd name="GluePoint3Y" fmla="*/ 538 h 546"/>
              <a:gd name="GluePoint4X" fmla="*/ 2128 w 2176"/>
              <a:gd name="GluePoint4Y" fmla="*/ 2 h 546"/>
              <a:gd name="GluePoint5X" fmla="*/ 2176 w 2176"/>
              <a:gd name="GluePoint5Y" fmla="*/ 2 h 546"/>
              <a:gd name="GluePoint6X" fmla="*/ 1049 w 2176"/>
              <a:gd name="GluePoint6Y" fmla="*/ 175 h 546"/>
              <a:gd name="GluePoint7X" fmla="*/ 1025 w 2176"/>
              <a:gd name="GluePoint7Y" fmla="*/ 454 h 546"/>
              <a:gd name="GluePoint8X" fmla="*/ 937 w 2176"/>
              <a:gd name="GluePoint8Y" fmla="*/ 473 h 546"/>
              <a:gd name="GluePoint9X" fmla="*/ 892 w 2176"/>
              <a:gd name="GluePoint9Y" fmla="*/ 384 h 546"/>
              <a:gd name="GluePoint10X" fmla="*/ 809 w 2176"/>
              <a:gd name="GluePoint10Y" fmla="*/ 394 h 546"/>
              <a:gd name="GluePoint11X" fmla="*/ 975 w 2176"/>
              <a:gd name="GluePoint11Y" fmla="*/ 540 h 546"/>
              <a:gd name="GluePoint12X" fmla="*/ 1048 w 2176"/>
              <a:gd name="GluePoint12Y" fmla="*/ 482 h 546"/>
              <a:gd name="GluePoint13X" fmla="*/ 1131 w 2176"/>
              <a:gd name="GluePoint13Y" fmla="*/ 536 h 546"/>
              <a:gd name="GluePoint14X" fmla="*/ 1293 w 2176"/>
              <a:gd name="GluePoint14Y" fmla="*/ 14 h 546"/>
              <a:gd name="GluePoint15X" fmla="*/ 1238 w 2176"/>
              <a:gd name="GluePoint15Y" fmla="*/ 3 h 546"/>
              <a:gd name="GluePoint16X" fmla="*/ 1207 w 2176"/>
              <a:gd name="GluePoint16Y" fmla="*/ 48 h 546"/>
              <a:gd name="GluePoint17X" fmla="*/ 1237 w 2176"/>
              <a:gd name="GluePoint17Y" fmla="*/ 91 h 546"/>
              <a:gd name="GluePoint18X" fmla="*/ 1293 w 2176"/>
              <a:gd name="GluePoint18Y" fmla="*/ 81 h 546"/>
              <a:gd name="GluePoint19X" fmla="*/ 1216 w 2176"/>
              <a:gd name="GluePoint19Y" fmla="*/ 536 h 546"/>
              <a:gd name="GluePoint20X" fmla="*/ 1216 w 2176"/>
              <a:gd name="GluePoint20Y" fmla="*/ 175 h 546"/>
              <a:gd name="GluePoint21X" fmla="*/ 1457 w 2176"/>
              <a:gd name="GluePoint21Y" fmla="*/ 536 h 546"/>
              <a:gd name="GluePoint22X" fmla="*/ 1376 w 2176"/>
              <a:gd name="GluePoint22Y" fmla="*/ 536 h 546"/>
              <a:gd name="GluePoint23X" fmla="*/ 729 w 2176"/>
              <a:gd name="GluePoint23Y" fmla="*/ 213 h 546"/>
              <a:gd name="GluePoint24X" fmla="*/ 573 w 2176"/>
              <a:gd name="GluePoint24Y" fmla="*/ 163 h 546"/>
              <a:gd name="GluePoint25X" fmla="*/ 491 w 2176"/>
              <a:gd name="GluePoint25Y" fmla="*/ 226 h 546"/>
              <a:gd name="GluePoint26X" fmla="*/ 460 w 2176"/>
              <a:gd name="GluePoint26Y" fmla="*/ 2 h 546"/>
              <a:gd name="GluePoint27X" fmla="*/ 489 w 2176"/>
              <a:gd name="GluePoint27Y" fmla="*/ 537 h 546"/>
              <a:gd name="GluePoint28X" fmla="*/ 509 w 2176"/>
              <a:gd name="GluePoint28Y" fmla="*/ 512 h 546"/>
              <a:gd name="GluePoint29X" fmla="*/ 596 w 2176"/>
              <a:gd name="GluePoint29Y" fmla="*/ 546 h 546"/>
              <a:gd name="GluePoint30X" fmla="*/ 754 w 2176"/>
              <a:gd name="GluePoint30Y" fmla="*/ 423 h 546"/>
              <a:gd name="GluePoint31X" fmla="*/ 671 w 2176"/>
              <a:gd name="GluePoint31Y" fmla="*/ 400 h 546"/>
              <a:gd name="GluePoint32X" fmla="*/ 578 w 2176"/>
              <a:gd name="GluePoint32Y" fmla="*/ 478 h 546"/>
              <a:gd name="GluePoint33X" fmla="*/ 495 w 2176"/>
              <a:gd name="GluePoint33Y" fmla="*/ 421 h 546"/>
              <a:gd name="GluePoint34X" fmla="*/ 496 w 2176"/>
              <a:gd name="GluePoint34Y" fmla="*/ 291 h 546"/>
              <a:gd name="GluePoint35X" fmla="*/ 586 w 2176"/>
              <a:gd name="GluePoint35Y" fmla="*/ 226 h 546"/>
              <a:gd name="GluePoint36X" fmla="*/ 672 w 2176"/>
              <a:gd name="GluePoint36Y" fmla="*/ 293 h 546"/>
              <a:gd name="GluePoint37X" fmla="*/ 1866 w 2176"/>
              <a:gd name="GluePoint37Y" fmla="*/ 2 h 546"/>
              <a:gd name="GluePoint38X" fmla="*/ 1783 w 2176"/>
              <a:gd name="GluePoint38Y" fmla="*/ 220 h 546"/>
              <a:gd name="GluePoint39X" fmla="*/ 1716 w 2176"/>
              <a:gd name="GluePoint39Y" fmla="*/ 171 h 546"/>
              <a:gd name="GluePoint40X" fmla="*/ 1561 w 2176"/>
              <a:gd name="GluePoint40Y" fmla="*/ 220 h 546"/>
              <a:gd name="GluePoint41X" fmla="*/ 1526 w 2176"/>
              <a:gd name="GluePoint41Y" fmla="*/ 443 h 546"/>
              <a:gd name="GluePoint42X" fmla="*/ 1665 w 2176"/>
              <a:gd name="GluePoint42Y" fmla="*/ 546 h 546"/>
              <a:gd name="GluePoint43X" fmla="*/ 1763 w 2176"/>
              <a:gd name="GluePoint43Y" fmla="*/ 507 h 546"/>
              <a:gd name="GluePoint44X" fmla="*/ 1785 w 2176"/>
              <a:gd name="GluePoint44Y" fmla="*/ 537 h 546"/>
              <a:gd name="GluePoint45X" fmla="*/ 1778 w 2176"/>
              <a:gd name="GluePoint45Y" fmla="*/ 413 h 546"/>
              <a:gd name="GluePoint46X" fmla="*/ 1692 w 2176"/>
              <a:gd name="GluePoint46Y" fmla="*/ 479 h 546"/>
              <a:gd name="GluePoint47X" fmla="*/ 1607 w 2176"/>
              <a:gd name="GluePoint47Y" fmla="*/ 414 h 546"/>
              <a:gd name="GluePoint48X" fmla="*/ 1624 w 2176"/>
              <a:gd name="GluePoint48Y" fmla="*/ 269 h 546"/>
              <a:gd name="GluePoint49X" fmla="*/ 1732 w 2176"/>
              <a:gd name="GluePoint49Y" fmla="*/ 241 h 546"/>
              <a:gd name="GluePoint50X" fmla="*/ 1786 w 2176"/>
              <a:gd name="GluePoint50Y" fmla="*/ 326 h 54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</a:cxnLst>
            <a:rect l="textAreaLeft" t="textAreaTop" r="textAreaRight" b="textAreaBottom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32760">
              <a:lnSpc>
                <a:spcPct val="100000"/>
              </a:lnSpc>
            </a:pPr>
            <a:endParaRPr b="0" lang="en-US" sz="1800" strike="noStrike" u="none">
              <a:solidFill>
                <a:srgbClr val="404040"/>
              </a:solidFill>
              <a:effectLst/>
              <a:uFillTx/>
              <a:latin typeface="Segoe UI"/>
            </a:endParaRPr>
          </a:p>
        </p:txBody>
      </p:sp>
      <p:sp>
        <p:nvSpPr>
          <p:cNvPr id="1285" name="TextBox 8"/>
          <p:cNvSpPr/>
          <p:nvPr/>
        </p:nvSpPr>
        <p:spPr>
          <a:xfrm>
            <a:off x="289080" y="6072480"/>
            <a:ext cx="189972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rIns="182880" tIns="146160" bIns="146160" anchor="t">
            <a:spAutoFit/>
          </a:bodyPr>
          <a:p>
            <a:pPr defTabSz="932760">
              <a:lnSpc>
                <a:spcPct val="90000"/>
              </a:lnSpc>
              <a:spcAft>
                <a:spcPts val="601"/>
              </a:spcAf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Segoe UI"/>
              </a:rPr>
              <a:t>#Build2016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0">
    <p:bg>
      <p:bgPr>
        <a:solidFill>
          <a:srgbClr val="505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6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287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288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0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1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2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3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94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295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6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7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8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9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00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1301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206496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marL="22860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marL="4572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1">
    <p:bg>
      <p:bgPr>
        <a:solidFill>
          <a:srgbClr val="505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2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303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304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8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9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10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311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2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3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14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5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16" name="PlaceHolder 1"/>
          <p:cNvSpPr>
            <a:spLocks noGrp="1"/>
          </p:cNvSpPr>
          <p:nvPr>
            <p:ph type="body"/>
          </p:nvPr>
        </p:nvSpPr>
        <p:spPr>
          <a:xfrm>
            <a:off x="274680" y="1212840"/>
            <a:ext cx="11886840" cy="44557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343080" indent="-343080" defTabSz="93276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lvl="1" marL="584280" indent="-241200" defTabSz="932760">
              <a:lnSpc>
                <a:spcPct val="90000"/>
              </a:lnSpc>
              <a:spcBef>
                <a:spcPts val="479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2" marL="800280" indent="-228600" defTabSz="932760">
              <a:lnSpc>
                <a:spcPct val="90000"/>
              </a:lnSpc>
              <a:spcBef>
                <a:spcPts val="40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3" marL="1028880" indent="-228600" defTabSz="932760">
              <a:lnSpc>
                <a:spcPct val="90000"/>
              </a:lnSpc>
              <a:spcBef>
                <a:spcPts val="36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4" marL="1257480" indent="-228600" defTabSz="932760">
              <a:lnSpc>
                <a:spcPct val="90000"/>
              </a:lnSpc>
              <a:spcBef>
                <a:spcPts val="36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1317" name="PlaceHolder 2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2">
    <p:bg>
      <p:bgPr>
        <a:solidFill>
          <a:srgbClr val="505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8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319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320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1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2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3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4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5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26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327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8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9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30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1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32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1333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spcBef>
                <a:spcPts val="1225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marL="2318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marL="4604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sp>
        <p:nvSpPr>
          <p:cNvPr id="1334" name="PlaceHolder 3"/>
          <p:cNvSpPr>
            <a:spLocks noGrp="1"/>
          </p:cNvSpPr>
          <p:nvPr>
            <p:ph type="body"/>
          </p:nvPr>
        </p:nvSpPr>
        <p:spPr>
          <a:xfrm>
            <a:off x="66754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spcBef>
                <a:spcPts val="1225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marL="231840" indent="0" defTabSz="93276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marL="46044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marL="685800" indent="0" defTabSz="932760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3">
    <p:bg>
      <p:bgPr>
        <a:solidFill>
          <a:srgbClr val="505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5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336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337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8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9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0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1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2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43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344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5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6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47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8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49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1350" name="PlaceHolder 2"/>
          <p:cNvSpPr>
            <a:spLocks noGrp="1"/>
          </p:cNvSpPr>
          <p:nvPr>
            <p:ph type="body"/>
          </p:nvPr>
        </p:nvSpPr>
        <p:spPr>
          <a:xfrm>
            <a:off x="2746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287280" indent="-287280" defTabSz="932760">
              <a:lnSpc>
                <a:spcPct val="90000"/>
              </a:lnSpc>
              <a:spcBef>
                <a:spcPts val="1225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lvl="1" marL="531000" indent="-233280" defTabSz="932760">
              <a:lnSpc>
                <a:spcPct val="90000"/>
              </a:lnSpc>
              <a:spcBef>
                <a:spcPts val="479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2" marL="699480" indent="-168480" defTabSz="932760">
              <a:lnSpc>
                <a:spcPct val="90000"/>
              </a:lnSpc>
              <a:spcBef>
                <a:spcPts val="40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3" marL="880920" indent="-181440" defTabSz="932760">
              <a:lnSpc>
                <a:spcPct val="90000"/>
              </a:lnSpc>
              <a:spcBef>
                <a:spcPts val="36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4" marL="1049400" indent="-168480" defTabSz="932760">
              <a:lnSpc>
                <a:spcPct val="90000"/>
              </a:lnSpc>
              <a:spcBef>
                <a:spcPts val="36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1351" name="PlaceHolder 3"/>
          <p:cNvSpPr>
            <a:spLocks noGrp="1"/>
          </p:cNvSpPr>
          <p:nvPr>
            <p:ph type="body"/>
          </p:nvPr>
        </p:nvSpPr>
        <p:spPr>
          <a:xfrm>
            <a:off x="6675480" y="1212840"/>
            <a:ext cx="5486040" cy="6324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marL="287280" indent="-287280" defTabSz="932760">
              <a:lnSpc>
                <a:spcPct val="90000"/>
              </a:lnSpc>
              <a:spcBef>
                <a:spcPts val="1225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Click to edit Master text styles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lvl="1" marL="531000" indent="-233280" defTabSz="932760">
              <a:lnSpc>
                <a:spcPct val="90000"/>
              </a:lnSpc>
              <a:spcBef>
                <a:spcPts val="479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Second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2" marL="699480" indent="-168480" defTabSz="932760">
              <a:lnSpc>
                <a:spcPct val="90000"/>
              </a:lnSpc>
              <a:spcBef>
                <a:spcPts val="40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Third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3" marL="880920" indent="-181440" defTabSz="932760">
              <a:lnSpc>
                <a:spcPct val="90000"/>
              </a:lnSpc>
              <a:spcBef>
                <a:spcPts val="36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Fourth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  <a:p>
            <a:pPr lvl="4" marL="1049400" indent="-168480" defTabSz="932760">
              <a:lnSpc>
                <a:spcPct val="90000"/>
              </a:lnSpc>
              <a:spcBef>
                <a:spcPts val="360"/>
              </a:spcBef>
              <a:buClr>
                <a:srgbClr val="ffffff"/>
              </a:buClr>
              <a:buSzPct val="90000"/>
              <a:buFont typeface="Arial"/>
              <a:buChar char="•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Segoe UI"/>
              </a:rPr>
              <a:t>Fifth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4">
    <p:bg>
      <p:bgPr>
        <a:solidFill>
          <a:srgbClr val="505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2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353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354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5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6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7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8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9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60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361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2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3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64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5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66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5">
    <p:bg>
      <p:bgPr>
        <a:solidFill>
          <a:srgbClr val="505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7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368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369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0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1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2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3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4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75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376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7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8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79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0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81" name="PlaceHolder 1"/>
          <p:cNvSpPr>
            <a:spLocks noGrp="1"/>
          </p:cNvSpPr>
          <p:nvPr>
            <p:ph type="title"/>
          </p:nvPr>
        </p:nvSpPr>
        <p:spPr>
          <a:xfrm>
            <a:off x="1101600" y="2963880"/>
            <a:ext cx="1023552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ctr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Click to edit Master title style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6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2" name="Group 41"/>
          <p:cNvGrpSpPr/>
          <p:nvPr/>
        </p:nvGrpSpPr>
        <p:grpSpPr>
          <a:xfrm>
            <a:off x="12619440" y="0"/>
            <a:ext cx="951840" cy="5766480"/>
            <a:chOff x="12619440" y="0"/>
            <a:chExt cx="951840" cy="5766480"/>
          </a:xfrm>
        </p:grpSpPr>
        <p:grpSp>
          <p:nvGrpSpPr>
            <p:cNvPr id="1383" name="Group 42"/>
            <p:cNvGrpSpPr/>
            <p:nvPr/>
          </p:nvGrpSpPr>
          <p:grpSpPr>
            <a:xfrm>
              <a:off x="12619440" y="8280"/>
              <a:ext cx="628920" cy="2702520"/>
              <a:chOff x="12619440" y="8280"/>
              <a:chExt cx="628920" cy="2702520"/>
            </a:xfrm>
          </p:grpSpPr>
          <p:sp>
            <p:nvSpPr>
              <p:cNvPr id="1384" name="Rectangle 49"/>
              <p:cNvSpPr/>
              <p:nvPr/>
            </p:nvSpPr>
            <p:spPr>
              <a:xfrm rot="5400000">
                <a:off x="12668760" y="1216800"/>
                <a:ext cx="869400" cy="289440"/>
              </a:xfrm>
              <a:prstGeom prst="rect">
                <a:avLst/>
              </a:prstGeom>
              <a:solidFill>
                <a:srgbClr val="0078d7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R:0 G:120 B:215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5" name="Rectangle 50"/>
              <p:cNvSpPr/>
              <p:nvPr/>
            </p:nvSpPr>
            <p:spPr>
              <a:xfrm rot="5400000">
                <a:off x="12668760" y="298080"/>
                <a:ext cx="869400" cy="289440"/>
              </a:xfrm>
              <a:prstGeom prst="rect">
                <a:avLst/>
              </a:prstGeom>
              <a:solidFill>
                <a:srgbClr val="00bcf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Cyan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R:0 G:188 B:242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6" name="Rectangle 51"/>
              <p:cNvSpPr/>
              <p:nvPr/>
            </p:nvSpPr>
            <p:spPr>
              <a:xfrm rot="5400000">
                <a:off x="12329280" y="298080"/>
                <a:ext cx="869400" cy="289440"/>
              </a:xfrm>
              <a:prstGeom prst="rect">
                <a:avLst/>
              </a:prstGeom>
              <a:solidFill>
                <a:srgbClr val="d2d2d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Light Gray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505050"/>
                    </a:solidFill>
                    <a:effectLst/>
                    <a:uFillTx/>
                    <a:latin typeface="Segoe UI"/>
                    <a:ea typeface="Segoe UI"/>
                  </a:rPr>
                  <a:t>R:210 G:210 B:210</a:t>
                </a:r>
                <a:endParaRPr b="0" lang="pt-BR" sz="5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7" name="Rectangle 52"/>
              <p:cNvSpPr/>
              <p:nvPr/>
            </p:nvSpPr>
            <p:spPr>
              <a:xfrm rot="5400000">
                <a:off x="12668760" y="2131200"/>
                <a:ext cx="869400" cy="289440"/>
              </a:xfrm>
              <a:prstGeom prst="rect">
                <a:avLst/>
              </a:prstGeom>
              <a:solidFill>
                <a:srgbClr val="00205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Blue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R:0 G:32 B:80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8" name="Rectangle 53"/>
              <p:cNvSpPr/>
              <p:nvPr/>
            </p:nvSpPr>
            <p:spPr>
              <a:xfrm rot="5400000">
                <a:off x="12329280" y="2124720"/>
                <a:ext cx="869400" cy="289440"/>
              </a:xfrm>
              <a:prstGeom prst="rect">
                <a:avLst/>
              </a:prstGeom>
              <a:solidFill>
                <a:srgbClr val="323232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Dark 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R:50 G:50 B:50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9" name="Rectangle 54"/>
              <p:cNvSpPr/>
              <p:nvPr/>
            </p:nvSpPr>
            <p:spPr>
              <a:xfrm rot="5400000">
                <a:off x="12329280" y="1216800"/>
                <a:ext cx="869400" cy="289440"/>
              </a:xfrm>
              <a:prstGeom prst="rect">
                <a:avLst/>
              </a:prstGeom>
              <a:solidFill>
                <a:srgbClr val="737373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Gray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R:115 G:115 B:115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90" name="Group 43"/>
            <p:cNvGrpSpPr/>
            <p:nvPr/>
          </p:nvGrpSpPr>
          <p:grpSpPr>
            <a:xfrm>
              <a:off x="12619440" y="3063960"/>
              <a:ext cx="289440" cy="2702520"/>
              <a:chOff x="12619440" y="3063960"/>
              <a:chExt cx="289440" cy="2702520"/>
            </a:xfrm>
          </p:grpSpPr>
          <p:sp>
            <p:nvSpPr>
              <p:cNvPr id="1391" name="Rectangle 46"/>
              <p:cNvSpPr/>
              <p:nvPr/>
            </p:nvSpPr>
            <p:spPr>
              <a:xfrm rot="5400000">
                <a:off x="12329280" y="4272480"/>
                <a:ext cx="869400" cy="289440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Purple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R:92 G:45 B:145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2" name="Rectangle 47"/>
              <p:cNvSpPr/>
              <p:nvPr/>
            </p:nvSpPr>
            <p:spPr>
              <a:xfrm rot="5400000">
                <a:off x="12329280" y="5186880"/>
                <a:ext cx="869400" cy="289440"/>
              </a:xfrm>
              <a:prstGeom prst="rect">
                <a:avLst/>
              </a:prstGeom>
              <a:solidFill>
                <a:srgbClr val="d83b0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Orange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R:216 G:59 B:1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3" name="Rectangle 48"/>
              <p:cNvSpPr/>
              <p:nvPr/>
            </p:nvSpPr>
            <p:spPr>
              <a:xfrm rot="5400000">
                <a:off x="12329280" y="3353760"/>
                <a:ext cx="869400" cy="289440"/>
              </a:xfrm>
              <a:prstGeom prst="rect">
                <a:avLst/>
              </a:prstGeom>
              <a:solidFill>
                <a:srgbClr val="107c1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horzOverflow="overflow" lIns="45720" rIns="0" bIns="0" anchor="t">
                <a:noAutofit/>
              </a:bodyPr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US" sz="500" strike="noStrike" u="none">
                    <a:solidFill>
                      <a:srgbClr val="ffffff"/>
                    </a:solidFill>
                    <a:effectLst/>
                    <a:uFillTx/>
                    <a:latin typeface="Segoe UI"/>
                    <a:ea typeface="Segoe UI"/>
                  </a:rPr>
                  <a:t>Green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32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500" strike="noStrike" u="none">
                    <a:solidFill>
                      <a:srgbClr val="f8f8f8"/>
                    </a:solidFill>
                    <a:effectLst/>
                    <a:uFillTx/>
                    <a:latin typeface="Segoe UI"/>
                    <a:ea typeface="Segoe UI"/>
                  </a:rPr>
                  <a:t>R:16 G:124 B:16</a:t>
                </a:r>
                <a:endParaRPr b="0" lang="pt-BR" sz="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94" name="TextBox 44"/>
            <p:cNvSpPr/>
            <p:nvPr/>
          </p:nvSpPr>
          <p:spPr>
            <a:xfrm rot="5400000">
              <a:off x="12988080" y="259920"/>
              <a:ext cx="8431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Main colors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5" name="TextBox 45"/>
            <p:cNvSpPr/>
            <p:nvPr/>
          </p:nvSpPr>
          <p:spPr>
            <a:xfrm rot="5400000">
              <a:off x="11742120" y="4230360"/>
              <a:ext cx="265608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182880" tIns="69120" bIns="6912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601"/>
                </a:spcAft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rgbClr val="505050"/>
                  </a:solidFill>
                  <a:effectLst/>
                  <a:uFillTx/>
                  <a:latin typeface="Segoe UI"/>
                </a:rPr>
                <a:t>Secondary colors (use only when necessary)</a:t>
              </a:r>
              <a:endPara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96" name="PlaceHolder 1"/>
          <p:cNvSpPr>
            <a:spLocks noGrp="1"/>
          </p:cNvSpPr>
          <p:nvPr>
            <p:ph type="title"/>
          </p:nvPr>
        </p:nvSpPr>
        <p:spPr>
          <a:xfrm>
            <a:off x="274680" y="1209960"/>
            <a:ext cx="9143640" cy="23778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sp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Demo title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sp>
        <p:nvSpPr>
          <p:cNvPr id="1397" name="PlaceHolder 2"/>
          <p:cNvSpPr>
            <a:spLocks noGrp="1"/>
          </p:cNvSpPr>
          <p:nvPr>
            <p:ph type="body"/>
          </p:nvPr>
        </p:nvSpPr>
        <p:spPr>
          <a:xfrm>
            <a:off x="274680" y="3954600"/>
            <a:ext cx="9143640" cy="379908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46160" bIns="146160" anchor="t">
            <a:spAutoFit/>
          </a:bodyPr>
          <a:p>
            <a:pPr indent="0" defTabSz="932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Speaker Name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44.xml"/><Relationship Id="rId23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0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86.xml"/><Relationship Id="rId18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8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14.jpe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svg"/><Relationship Id="rId11" Type="http://schemas.openxmlformats.org/officeDocument/2006/relationships/slideLayout" Target="../slideLayouts/slideLayout12.xml"/><Relationship Id="rId1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13.png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slideLayout" Target="../slideLayouts/slideLayout16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24.png"/><Relationship Id="rId6" Type="http://schemas.openxmlformats.org/officeDocument/2006/relationships/slideLayout" Target="../slideLayouts/slideLayout17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microsoft.com/office/2007/relationships/hdphoto" Target="../media/hdphoto1.wdp"/><Relationship Id="rId3" Type="http://schemas.openxmlformats.org/officeDocument/2006/relationships/image" Target="../media/image26.png"/><Relationship Id="rId4" Type="http://schemas.openxmlformats.org/officeDocument/2006/relationships/image" Target="../media/image27.sv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svg"/><Relationship Id="rId6" Type="http://schemas.openxmlformats.org/officeDocument/2006/relationships/image" Target="../media/image33.png"/><Relationship Id="rId7" Type="http://schemas.openxmlformats.org/officeDocument/2006/relationships/slideLayout" Target="../slideLayouts/slideLayout17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sv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svg"/><Relationship Id="rId7" Type="http://schemas.openxmlformats.org/officeDocument/2006/relationships/image" Target="../media/image40.png"/><Relationship Id="rId8" Type="http://schemas.openxmlformats.org/officeDocument/2006/relationships/slideLayout" Target="../slideLayouts/slideLayout17.xml"/><Relationship Id="rId9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www.apisec.ai/" TargetMode="External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owasp.org/www-project-dependency-check/" TargetMode="External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trivy.dev/" TargetMode="External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docs.docker.com/scout/" TargetMode="External"/><Relationship Id="rId2" Type="http://schemas.openxmlformats.org/officeDocument/2006/relationships/image" Target="../media/image43.png"/><Relationship Id="rId3" Type="http://schemas.openxmlformats.org/officeDocument/2006/relationships/image" Target="../media/image44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slideLayout" Target="../slideLayouts/slideLayout17.xml"/><Relationship Id="rId7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github.com/gitleaks/gitleaks" TargetMode="External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https://www.checkov.io/" TargetMode="External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www.kics.io/" TargetMode="External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github.com/derailed/popeye" TargetMode="External"/><Relationship Id="rId2" Type="http://schemas.openxmlformats.org/officeDocument/2006/relationships/hyperlink" Target="https://kubescape.io/" TargetMode="External"/><Relationship Id="rId3" Type="http://schemas.openxmlformats.org/officeDocument/2006/relationships/image" Target="../media/image38.png"/><Relationship Id="rId4" Type="http://schemas.openxmlformats.org/officeDocument/2006/relationships/image" Target="../media/image39.svg"/><Relationship Id="rId5" Type="http://schemas.openxmlformats.org/officeDocument/2006/relationships/image" Target="../media/image46.png"/><Relationship Id="rId6" Type="http://schemas.openxmlformats.org/officeDocument/2006/relationships/slideLayout" Target="../slideLayouts/slideLayout17.xml"/><Relationship Id="rId7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https://github.com/MobSF/Mobile-Security-Framework-MobSF" TargetMode="External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24.png"/><Relationship Id="rId6" Type="http://schemas.openxmlformats.org/officeDocument/2006/relationships/slideLayout" Target="../slideLayouts/slideLayout17.xml"/><Relationship Id="rId7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PlaceHolder 1"/>
          <p:cNvSpPr>
            <a:spLocks noGrp="1"/>
          </p:cNvSpPr>
          <p:nvPr>
            <p:ph type="title"/>
          </p:nvPr>
        </p:nvSpPr>
        <p:spPr>
          <a:xfrm>
            <a:off x="806040" y="754200"/>
            <a:ext cx="11201040" cy="19375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1" lang="pt-BR" sz="36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Detectando Vulnerabilidades em Aplicações</a:t>
            </a:r>
            <a:br>
              <a:rPr sz="3600"/>
            </a:br>
            <a:r>
              <a:rPr b="1" lang="pt-BR" sz="36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Implementando testes SAST e DAST na prática!</a:t>
            </a:r>
            <a:br>
              <a:rPr sz="3600"/>
            </a:br>
            <a:endParaRPr b="0" lang="en-US" sz="36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  <p:pic>
        <p:nvPicPr>
          <p:cNvPr id="1405" name="Gráfico 1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418680" y="2963880"/>
            <a:ext cx="1828440" cy="182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6" name="Gráfico 17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381440" y="3092400"/>
            <a:ext cx="1737720" cy="173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7" name="PlaceHolder 2"/>
          <p:cNvSpPr>
            <a:spLocks noGrp="1"/>
          </p:cNvSpPr>
          <p:nvPr>
            <p:ph/>
          </p:nvPr>
        </p:nvSpPr>
        <p:spPr>
          <a:xfrm>
            <a:off x="806040" y="2958480"/>
            <a:ext cx="6111000" cy="18716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109800" bIns="109800" anchor="t">
            <a:noAutofit/>
          </a:bodyPr>
          <a:p>
            <a:pPr indent="0" defTabSz="93276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Renato Groffe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Microsoft MVP, MTAC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linkedin.com/in/renatogroffe</a:t>
            </a:r>
            <a:br>
              <a:rPr sz="2800"/>
            </a:b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renatogroffe.medium.com</a:t>
            </a:r>
            <a:br>
              <a:rPr sz="2800"/>
            </a:br>
            <a:endParaRPr b="0" lang="en-US" sz="28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pic>
        <p:nvPicPr>
          <p:cNvPr id="1408" name="Picture 2" descr="http://www.codeisahighway.com/content/images/2015/10/MVP_Logo_Horizontal_Preferred_Cyan300_RGB_300ppi.png"/>
          <p:cNvPicPr/>
          <p:nvPr/>
        </p:nvPicPr>
        <p:blipFill>
          <a:blip r:embed="rId5"/>
          <a:stretch/>
        </p:blipFill>
        <p:spPr>
          <a:xfrm>
            <a:off x="426960" y="5920920"/>
            <a:ext cx="2052720" cy="82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9" name="Imagem 4" descr="Uma imagem contendo desenho&#10;&#10;Descrição gerada automaticamente"/>
          <p:cNvPicPr/>
          <p:nvPr/>
        </p:nvPicPr>
        <p:blipFill>
          <a:blip r:embed="rId6"/>
          <a:srcRect l="20589" t="0" r="25492" b="0"/>
          <a:stretch/>
        </p:blipFill>
        <p:spPr>
          <a:xfrm>
            <a:off x="2712960" y="5946480"/>
            <a:ext cx="2404800" cy="78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0" name="Imagem 7" descr="Desenho de personagem de desenho animado&#10;&#10;O conteúdo gerado por IA pode estar incorreto."/>
          <p:cNvPicPr/>
          <p:nvPr/>
        </p:nvPicPr>
        <p:blipFill>
          <a:blip r:embed="rId7"/>
          <a:stretch/>
        </p:blipFill>
        <p:spPr>
          <a:xfrm>
            <a:off x="5302440" y="5757840"/>
            <a:ext cx="1153800" cy="115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1" name="Imagem 8" descr="Placa azul com letras brancas&#10;&#10;O conteúdo gerado por IA pode estar incorreto."/>
          <p:cNvPicPr/>
          <p:nvPr/>
        </p:nvPicPr>
        <p:blipFill>
          <a:blip r:embed="rId8"/>
          <a:stretch/>
        </p:blipFill>
        <p:spPr>
          <a:xfrm>
            <a:off x="6674760" y="5527800"/>
            <a:ext cx="1314000" cy="13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2" name="Gráfico 6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224200" y="5860080"/>
            <a:ext cx="2388600" cy="95508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/>
          </p:nvPr>
        </p:nvSpPr>
        <p:spPr>
          <a:xfrm>
            <a:off x="201960" y="1058760"/>
            <a:ext cx="7692480" cy="51811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343080" indent="-343080" defTabSz="932760">
              <a:lnSpc>
                <a:spcPct val="100000"/>
              </a:lnSpc>
              <a:spcBef>
                <a:spcPts val="479"/>
              </a:spcBef>
              <a:buClr>
                <a:srgbClr val="7c7c7c"/>
              </a:buClr>
              <a:buSzPct val="90000"/>
              <a:buFont typeface="Arial"/>
              <a:buChar char="•"/>
            </a:pPr>
            <a:r>
              <a:rPr b="0" lang="pt-B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 Light"/>
              </a:rPr>
              <a:t>Microsoft Most Valuable Professional (MVP)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343080" indent="-343080" defTabSz="932760">
              <a:lnSpc>
                <a:spcPct val="100000"/>
              </a:lnSpc>
              <a:spcBef>
                <a:spcPts val="479"/>
              </a:spcBef>
              <a:buClr>
                <a:srgbClr val="7c7c7c"/>
              </a:buClr>
              <a:buSzPct val="90000"/>
              <a:buFont typeface="Arial"/>
              <a:buChar char="•"/>
            </a:pPr>
            <a:r>
              <a:rPr b="0" lang="pt-B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 Light"/>
              </a:rPr>
              <a:t>Docker Captain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343080" indent="-343080" defTabSz="932760">
              <a:lnSpc>
                <a:spcPct val="100000"/>
              </a:lnSpc>
              <a:spcBef>
                <a:spcPts val="479"/>
              </a:spcBef>
              <a:buClr>
                <a:srgbClr val="7c7c7c"/>
              </a:buClr>
              <a:buSzPct val="90000"/>
              <a:buFont typeface="Arial"/>
              <a:buChar char="•"/>
            </a:pPr>
            <a:r>
              <a:rPr b="0" lang="pt-B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 Light"/>
              </a:rPr>
              <a:t>APISEC U Ambassador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343080" indent="-343080" defTabSz="932760">
              <a:lnSpc>
                <a:spcPct val="100000"/>
              </a:lnSpc>
              <a:spcBef>
                <a:spcPts val="479"/>
              </a:spcBef>
              <a:buClr>
                <a:srgbClr val="7c7c7c"/>
              </a:buClr>
              <a:buSzPct val="90000"/>
              <a:buFont typeface="Arial"/>
              <a:buChar char="•"/>
            </a:pPr>
            <a:r>
              <a:rPr b="0" lang="pt-B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 Light"/>
              </a:rPr>
              <a:t>Multi-Plataform Technical Audience Contributor (MTAC)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343080" indent="-343080" defTabSz="932760">
              <a:lnSpc>
                <a:spcPct val="100000"/>
              </a:lnSpc>
              <a:spcBef>
                <a:spcPts val="479"/>
              </a:spcBef>
              <a:buClr>
                <a:srgbClr val="7c7c7c"/>
              </a:buClr>
              <a:buSzPct val="90000"/>
              <a:buFont typeface="Arial"/>
              <a:buChar char="•"/>
            </a:pPr>
            <a:r>
              <a:rPr b="0" lang="pt-B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 Light"/>
              </a:rPr>
              <a:t>Arquiteto de Soluções/Software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343080" indent="-343080" defTabSz="932760">
              <a:lnSpc>
                <a:spcPct val="100000"/>
              </a:lnSpc>
              <a:spcBef>
                <a:spcPts val="479"/>
              </a:spcBef>
              <a:buClr>
                <a:srgbClr val="7c7c7c"/>
              </a:buClr>
              <a:buSzPct val="90000"/>
              <a:buFont typeface="Arial"/>
              <a:buChar char="•"/>
            </a:pPr>
            <a:r>
              <a:rPr b="0" lang="pt-B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 Light"/>
              </a:rPr>
              <a:t>+20 anos de experiência na área de Tecnologia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343080" indent="-343080" defTabSz="932760">
              <a:lnSpc>
                <a:spcPct val="100000"/>
              </a:lnSpc>
              <a:spcBef>
                <a:spcPts val="479"/>
              </a:spcBef>
              <a:buClr>
                <a:srgbClr val="7c7c7c"/>
              </a:buClr>
              <a:buSzPct val="90000"/>
              <a:buFont typeface="Arial"/>
              <a:buChar char="•"/>
            </a:pPr>
            <a:r>
              <a:rPr b="0" lang="pt-BR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 Light"/>
              </a:rPr>
              <a:t>Community Leader, Autor Técnico e Palestrante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sp>
        <p:nvSpPr>
          <p:cNvPr id="1414" name="PlaceHolder 2"/>
          <p:cNvSpPr>
            <a:spLocks noGrp="1"/>
          </p:cNvSpPr>
          <p:nvPr>
            <p:ph type="title"/>
          </p:nvPr>
        </p:nvSpPr>
        <p:spPr>
          <a:xfrm>
            <a:off x="351000" y="36360"/>
            <a:ext cx="5541480" cy="11746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ctr">
            <a:normAutofit/>
          </a:bodyPr>
          <a:p>
            <a:pPr indent="0" defTabSz="932760">
              <a:lnSpc>
                <a:spcPct val="90000"/>
              </a:lnSpc>
              <a:buNone/>
            </a:pPr>
            <a:r>
              <a:rPr b="1" lang="pt-PT" sz="4490" spc="-102" strike="noStrike" u="none">
                <a:solidFill>
                  <a:schemeClr val="lt2">
                    <a:lumMod val="25000"/>
                  </a:schemeClr>
                </a:solidFill>
                <a:effectLst/>
                <a:uFillTx/>
                <a:latin typeface="Segoe UI Light"/>
              </a:rPr>
              <a:t>Renato Groffe</a:t>
            </a:r>
            <a:endParaRPr b="0" lang="en-US" sz="449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15" name="Content Placeholder 1"/>
          <p:cNvSpPr/>
          <p:nvPr/>
        </p:nvSpPr>
        <p:spPr>
          <a:xfrm>
            <a:off x="720" y="6589800"/>
            <a:ext cx="12434400" cy="415440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rIns="93240" tIns="46800" bIns="46800" anchor="t">
            <a:noAutofit/>
          </a:bodyPr>
          <a:p>
            <a:pPr algn="ctr" defTabSz="914400">
              <a:lnSpc>
                <a:spcPct val="100000"/>
              </a:lnSpc>
              <a:spcBef>
                <a:spcPts val="366"/>
              </a:spcBef>
              <a:tabLst>
                <a:tab algn="l" pos="0"/>
              </a:tabLst>
            </a:pPr>
            <a:r>
              <a:rPr b="0" lang="pt-BR" sz="1829" spc="300" strike="noStrike" u="none">
                <a:solidFill>
                  <a:schemeClr val="lt1"/>
                </a:solidFill>
                <a:effectLst/>
                <a:uFillTx/>
                <a:latin typeface="Segoe UI Light"/>
              </a:rPr>
              <a:t>https://renatogroffe.medium.com</a:t>
            </a:r>
            <a:endParaRPr b="0" lang="pt-BR" sz="182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16" name="Imagem 20" descr=""/>
          <p:cNvPicPr/>
          <p:nvPr/>
        </p:nvPicPr>
        <p:blipFill>
          <a:blip r:embed="rId1"/>
          <a:stretch/>
        </p:blipFill>
        <p:spPr>
          <a:xfrm>
            <a:off x="9148680" y="471960"/>
            <a:ext cx="2063520" cy="228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7" name="Picture 2" descr="http://www.codeisahighway.com/content/images/2015/10/MVP_Logo_Horizontal_Preferred_Cyan300_RGB_300ppi.png"/>
          <p:cNvPicPr/>
          <p:nvPr/>
        </p:nvPicPr>
        <p:blipFill>
          <a:blip r:embed="rId2"/>
          <a:stretch/>
        </p:blipFill>
        <p:spPr>
          <a:xfrm>
            <a:off x="531000" y="5032800"/>
            <a:ext cx="2052720" cy="82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8" name="Imagem 5" descr="Placa branca com texto preto sobre fundo azul&#10;&#10;Descrição gerada automaticamente"/>
          <p:cNvPicPr/>
          <p:nvPr/>
        </p:nvPicPr>
        <p:blipFill>
          <a:blip r:embed="rId3"/>
          <a:stretch/>
        </p:blipFill>
        <p:spPr>
          <a:xfrm>
            <a:off x="2872800" y="4702320"/>
            <a:ext cx="1402920" cy="140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9" name="Imagem 4" descr=""/>
          <p:cNvPicPr/>
          <p:nvPr/>
        </p:nvPicPr>
        <p:blipFill>
          <a:blip r:embed="rId4"/>
          <a:stretch/>
        </p:blipFill>
        <p:spPr>
          <a:xfrm>
            <a:off x="4317840" y="4639680"/>
            <a:ext cx="1600560" cy="160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0" name="Imagem 6" descr="Placa azul com letras brancas&#10;&#10;O conteúdo gerado por IA pode estar incorreto."/>
          <p:cNvPicPr/>
          <p:nvPr/>
        </p:nvPicPr>
        <p:blipFill>
          <a:blip r:embed="rId5"/>
          <a:stretch/>
        </p:blipFill>
        <p:spPr>
          <a:xfrm>
            <a:off x="6089760" y="4324680"/>
            <a:ext cx="1698840" cy="169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1" name="Imagem 3" descr="Código QR&#10;&#10;O conteúdo gerado por IA pode estar incorreto."/>
          <p:cNvPicPr/>
          <p:nvPr/>
        </p:nvPicPr>
        <p:blipFill>
          <a:blip r:embed="rId6"/>
          <a:stretch/>
        </p:blipFill>
        <p:spPr>
          <a:xfrm>
            <a:off x="8885160" y="3291840"/>
            <a:ext cx="2768040" cy="276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PlaceHolder 1"/>
          <p:cNvSpPr>
            <a:spLocks noGrp="1"/>
          </p:cNvSpPr>
          <p:nvPr>
            <p:ph type="title"/>
          </p:nvPr>
        </p:nvSpPr>
        <p:spPr>
          <a:xfrm>
            <a:off x="273600" y="2970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8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Certificações Gratuitas em Segurança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23" name="Espaço Reservado para Texto 2"/>
          <p:cNvSpPr/>
          <p:nvPr/>
        </p:nvSpPr>
        <p:spPr>
          <a:xfrm>
            <a:off x="1227240" y="3878280"/>
            <a:ext cx="9981720" cy="682920"/>
          </a:xfrm>
          <a:prstGeom prst="rect">
            <a:avLst/>
          </a:prstGeom>
          <a:solidFill>
            <a:schemeClr val="tx1">
              <a:lumMod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rIns="146160" tIns="91440" bIns="91440" anchor="t">
            <a:spAutoFit/>
          </a:bodyPr>
          <a:p>
            <a:pPr algn="ctr" defTabSz="932760">
              <a:lnSpc>
                <a:spcPct val="90000"/>
              </a:lnSpc>
              <a:spcBef>
                <a:spcPts val="720"/>
              </a:spcBef>
              <a:tabLst>
                <a:tab algn="l" pos="0"/>
              </a:tabLst>
            </a:pPr>
            <a:r>
              <a:rPr b="1" lang="pt-BR" sz="3600" strike="noStrike" u="none">
                <a:solidFill>
                  <a:schemeClr val="lt1"/>
                </a:solidFill>
                <a:effectLst/>
                <a:uFillTx/>
                <a:latin typeface="Segoe UI Light"/>
              </a:rPr>
              <a:t>www.apisecuniversity.com/#courses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4" name="Imagem 5" descr="Uma imagem contendo objeto, relógio, placar, lendo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4313160" y="4852440"/>
            <a:ext cx="4325760" cy="163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5" name="Imagem 8" descr="Código QR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5222160" y="1214280"/>
            <a:ext cx="2507760" cy="250776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8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Conteúdos desta apresentação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pic>
        <p:nvPicPr>
          <p:cNvPr id="1427" name="Gráfico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268880" y="4823640"/>
            <a:ext cx="1527840" cy="152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8" name="Gráfico 6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273720" y="4834800"/>
            <a:ext cx="1607400" cy="160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9" name="Espaço Reservado para Texto 2"/>
          <p:cNvSpPr/>
          <p:nvPr/>
        </p:nvSpPr>
        <p:spPr>
          <a:xfrm>
            <a:off x="1227240" y="4030560"/>
            <a:ext cx="9981720" cy="512280"/>
          </a:xfrm>
          <a:prstGeom prst="rect">
            <a:avLst/>
          </a:prstGeom>
          <a:solidFill>
            <a:schemeClr val="tx1">
              <a:lumMod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rIns="146160" tIns="91440" bIns="91440" anchor="t">
            <a:spAutoFit/>
          </a:bodyPr>
          <a:p>
            <a:pPr algn="ctr" defTabSz="932760">
              <a:lnSpc>
                <a:spcPct val="90000"/>
              </a:lnSpc>
              <a:spcBef>
                <a:spcPts val="621"/>
              </a:spcBef>
              <a:tabLst>
                <a:tab algn="l" pos="0"/>
              </a:tabLst>
            </a:pPr>
            <a:r>
              <a:rPr b="1" lang="pt-BR" sz="2400" strike="noStrike" u="none">
                <a:solidFill>
                  <a:schemeClr val="lt1"/>
                </a:solidFill>
                <a:effectLst/>
                <a:uFillTx/>
                <a:latin typeface="Segoe UI Light"/>
              </a:rPr>
              <a:t>github.com/renatogroffe/sast-dast_devpira-festival-2025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0" name="Nosso Propsito"/>
          <p:cNvSpPr/>
          <p:nvPr/>
        </p:nvSpPr>
        <p:spPr>
          <a:xfrm>
            <a:off x="7970760" y="1887120"/>
            <a:ext cx="5099760" cy="15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32760">
              <a:lnSpc>
                <a:spcPct val="91000"/>
              </a:lnSpc>
              <a:spcAft>
                <a:spcPts val="11004"/>
              </a:spcAft>
            </a:pPr>
            <a:r>
              <a:rPr b="0" lang="pt-BR" sz="36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Deixem um</a:t>
            </a:r>
            <a:br>
              <a:rPr sz="3600"/>
            </a:br>
            <a:r>
              <a:rPr b="0" lang="pt-BR" sz="36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star </a:t>
            </a:r>
            <a:r>
              <a:rPr b="0" lang="pt-BR" sz="36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Regular"/>
              </a:rPr>
              <a:t>⭐</a:t>
            </a:r>
            <a:r>
              <a:rPr b="0" lang="pt-BR" sz="36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 </a:t>
            </a:r>
            <a:r>
              <a:rPr b="0" lang="en-US" sz="36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apoiando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1" name="Imagem 7" descr="Código QR&#10;&#10;O conteúdo gerado por IA pode estar incorreto."/>
          <p:cNvPicPr/>
          <p:nvPr/>
        </p:nvPicPr>
        <p:blipFill>
          <a:blip r:embed="rId5"/>
          <a:stretch/>
        </p:blipFill>
        <p:spPr>
          <a:xfrm>
            <a:off x="4888800" y="1140120"/>
            <a:ext cx="2658600" cy="26586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8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Agenda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33" name="PlaceHolder 2"/>
          <p:cNvSpPr>
            <a:spLocks noGrp="1"/>
          </p:cNvSpPr>
          <p:nvPr>
            <p:ph/>
          </p:nvPr>
        </p:nvSpPr>
        <p:spPr>
          <a:xfrm>
            <a:off x="274680" y="1440000"/>
            <a:ext cx="11810520" cy="19015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720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6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SAST e DAST: uma visão geral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720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6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Ferramentas para automação de testes de segurança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720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6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Exemplos práticos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34" name="Gráfico 8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442040" y="3911400"/>
            <a:ext cx="1737720" cy="173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5" name="Gráfico 9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46880" y="3911400"/>
            <a:ext cx="1828440" cy="182844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4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Por que analisar a segurança do código?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37" name="PlaceHolder 2"/>
          <p:cNvSpPr>
            <a:spLocks noGrp="1"/>
          </p:cNvSpPr>
          <p:nvPr>
            <p:ph/>
          </p:nvPr>
        </p:nvSpPr>
        <p:spPr>
          <a:xfrm>
            <a:off x="198360" y="1897200"/>
            <a:ext cx="8838720" cy="50086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660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3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Identificar de forma precoce vulnerabilidades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60"/>
              </a:spcBef>
              <a:buNone/>
            </a:pP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660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3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Evitar a exposição de informações sensíveis via código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60"/>
              </a:spcBef>
              <a:buNone/>
            </a:pP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660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3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Diminuir o risco de ataques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60"/>
              </a:spcBef>
              <a:buNone/>
            </a:pP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660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3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Reduzir custos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60"/>
              </a:spcBef>
              <a:buNone/>
            </a:pP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38" name="Gráfico 6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723600" y="2887560"/>
            <a:ext cx="1737720" cy="173772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4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Alguns problemas comuns...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40" name="PlaceHolder 2"/>
          <p:cNvSpPr>
            <a:spLocks noGrp="1"/>
          </p:cNvSpPr>
          <p:nvPr>
            <p:ph/>
          </p:nvPr>
        </p:nvSpPr>
        <p:spPr>
          <a:xfrm>
            <a:off x="198360" y="1897200"/>
            <a:ext cx="8838720" cy="43484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660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3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Dependências desatualizadas e que podem levar a vulnerabilidades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60"/>
              </a:spcBef>
              <a:buNone/>
            </a:pP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660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3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Configurações e secrets expostos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60"/>
              </a:spcBef>
              <a:buNone/>
            </a:pP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660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3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APIs com problemas de autorização/autenticação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60"/>
              </a:spcBef>
              <a:buNone/>
            </a:pPr>
            <a:endParaRPr b="0" lang="en-US" sz="33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41" name="Gráfico 6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037800" y="2350080"/>
            <a:ext cx="1737720" cy="173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2" name="Gráfico 3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861480" y="4311360"/>
            <a:ext cx="1828440" cy="182844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4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Como implementar segurança do código?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44" name="PlaceHolder 2"/>
          <p:cNvSpPr>
            <a:spLocks noGrp="1"/>
          </p:cNvSpPr>
          <p:nvPr>
            <p:ph/>
          </p:nvPr>
        </p:nvSpPr>
        <p:spPr>
          <a:xfrm>
            <a:off x="198360" y="1520640"/>
            <a:ext cx="8838720" cy="456696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64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Implementar práticas baseadas em </a:t>
            </a:r>
            <a:r>
              <a:rPr b="1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SAST (Static Application Security Testing)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64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Uso de automação sempre que possível (</a:t>
            </a:r>
            <a:r>
              <a:rPr b="1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Azure DevOps</a:t>
            </a:r>
            <a:r>
              <a:rPr b="0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, </a:t>
            </a:r>
            <a:r>
              <a:rPr b="1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GitHub Actions</a:t>
            </a:r>
            <a:r>
              <a:rPr b="0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, </a:t>
            </a:r>
            <a:r>
              <a:rPr b="1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GitLab</a:t>
            </a:r>
            <a:r>
              <a:rPr b="0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…)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64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Existe um </a:t>
            </a:r>
            <a:r>
              <a:rPr b="1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formato padronizado</a:t>
            </a:r>
            <a:r>
              <a:rPr b="0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para a apresentação de resultados → </a:t>
            </a:r>
            <a:r>
              <a:rPr b="1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SARIF (Static Analysis Results Interchange Format)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45" name="Imagem 3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9037800" y="1913760"/>
            <a:ext cx="1583280" cy="158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6" name="Gráfico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104480" y="3878280"/>
            <a:ext cx="1513440" cy="151344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4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E quanto a uma aplicação em execução?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48" name="PlaceHolder 2"/>
          <p:cNvSpPr>
            <a:spLocks noGrp="1"/>
          </p:cNvSpPr>
          <p:nvPr>
            <p:ph/>
          </p:nvPr>
        </p:nvSpPr>
        <p:spPr>
          <a:xfrm>
            <a:off x="198360" y="1211400"/>
            <a:ext cx="8838720" cy="736776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64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Aplicações Web podem expor endpoints que seriam explorados em ataques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64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Problemas como </a:t>
            </a:r>
            <a:r>
              <a:rPr b="1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Cross-Origin Resource Sharing (CORS)</a:t>
            </a: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, </a:t>
            </a:r>
            <a:r>
              <a:rPr b="1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Server-Side Request Forgery (SSRF)</a:t>
            </a: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e </a:t>
            </a:r>
            <a:r>
              <a:rPr b="1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exposição excessiva de dados</a:t>
            </a: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também são portas de entrada de ataques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64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Adoção de práticas baseadas em </a:t>
            </a:r>
            <a:r>
              <a:rPr b="1" lang="en-US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DAST (Dynamic Application Security Testing)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49" name="Gráfico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799560" y="2963880"/>
            <a:ext cx="1828440" cy="182844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4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DAST x Pen Tests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51" name="PlaceHolder 2"/>
          <p:cNvSpPr>
            <a:spLocks noGrp="1"/>
          </p:cNvSpPr>
          <p:nvPr>
            <p:ph/>
          </p:nvPr>
        </p:nvSpPr>
        <p:spPr>
          <a:xfrm>
            <a:off x="198360" y="1211400"/>
            <a:ext cx="8838720" cy="57488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64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Ambos testarão </a:t>
            </a:r>
            <a:r>
              <a:rPr b="1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aplicações em execução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64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Testes do tipo </a:t>
            </a:r>
            <a:r>
              <a:rPr b="1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DAST</a:t>
            </a: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requerem sempre o uso de </a:t>
            </a:r>
            <a:r>
              <a:rPr b="1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ferramentas de automação</a:t>
            </a: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, possibilitando com isto sua integração com esteiras de </a:t>
            </a:r>
            <a:r>
              <a:rPr b="1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CI/CD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64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1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Penetration Tests</a:t>
            </a: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envolvem tanto o uso de automação, quanto checagens manuais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52" name="Gráfico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799560" y="2963880"/>
            <a:ext cx="1828440" cy="182844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0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Algumas soluções que envolvem licenciamento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54" name="PlaceHolder 2"/>
          <p:cNvSpPr>
            <a:spLocks noGrp="1"/>
          </p:cNvSpPr>
          <p:nvPr>
            <p:ph/>
          </p:nvPr>
        </p:nvSpPr>
        <p:spPr>
          <a:xfrm>
            <a:off x="10428480" y="4989960"/>
            <a:ext cx="1042920" cy="9320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spcBef>
                <a:spcPts val="1080"/>
              </a:spcBef>
              <a:buNone/>
              <a:tabLst>
                <a:tab algn="l" pos="0"/>
              </a:tabLst>
            </a:pPr>
            <a:r>
              <a:rPr b="0" lang="pt-BR" sz="54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...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55" name="Imagem 5" descr="Ícone&#10;&#10;Descrição gerada automaticamente com confiança média"/>
          <p:cNvPicPr/>
          <p:nvPr/>
        </p:nvPicPr>
        <p:blipFill>
          <a:blip r:embed="rId1"/>
          <a:srcRect l="3363" t="0" r="2647" b="35756"/>
          <a:stretch/>
        </p:blipFill>
        <p:spPr>
          <a:xfrm>
            <a:off x="6256440" y="5178600"/>
            <a:ext cx="3390480" cy="70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6" name="Imagem 7" descr="Desenho de animal com fundo preto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7666200" y="1538280"/>
            <a:ext cx="3478680" cy="180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7" name="Imagem 9" descr="Logotipo&#10;&#10;Descrição gerada automaticamente"/>
          <p:cNvPicPr/>
          <p:nvPr/>
        </p:nvPicPr>
        <p:blipFill>
          <a:blip r:embed="rId3"/>
          <a:stretch/>
        </p:blipFill>
        <p:spPr>
          <a:xfrm>
            <a:off x="5227560" y="3067920"/>
            <a:ext cx="4700520" cy="217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8" name="Gráfico 1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64760" y="1818000"/>
            <a:ext cx="5105160" cy="124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9" name="Imagem 15" descr="Placa preta com letras brancas&#10;&#10;Descrição gerada automaticamente"/>
          <p:cNvPicPr/>
          <p:nvPr/>
        </p:nvPicPr>
        <p:blipFill>
          <a:blip r:embed="rId6"/>
          <a:srcRect l="18498" t="9497" r="18498" b="35004"/>
          <a:stretch/>
        </p:blipFill>
        <p:spPr>
          <a:xfrm>
            <a:off x="1989000" y="3655440"/>
            <a:ext cx="2604240" cy="229428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8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Algumas soluções gratuitas/open source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pic>
        <p:nvPicPr>
          <p:cNvPr id="1461" name="Gráfico 16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60480" y="1690200"/>
            <a:ext cx="5701680" cy="180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2" name="Imagem 18" descr="Uma imagem contendo roda, desenho, relógio&#10;&#10;Descrição gerada automaticamente"/>
          <p:cNvPicPr/>
          <p:nvPr/>
        </p:nvPicPr>
        <p:blipFill>
          <a:blip r:embed="rId3"/>
          <a:stretch/>
        </p:blipFill>
        <p:spPr>
          <a:xfrm>
            <a:off x="7479720" y="2215080"/>
            <a:ext cx="3759120" cy="75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3" name="Imagem 4" descr="Logotipo&#10;&#10;O conteúdo gerado por IA pode estar incorreto."/>
          <p:cNvPicPr/>
          <p:nvPr/>
        </p:nvPicPr>
        <p:blipFill>
          <a:blip r:embed="rId4"/>
          <a:stretch/>
        </p:blipFill>
        <p:spPr>
          <a:xfrm>
            <a:off x="5907960" y="3919680"/>
            <a:ext cx="6217920" cy="242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4" name="Gráfico 5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189080" y="3990960"/>
            <a:ext cx="2307600" cy="192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5" name="Imagem 3" descr="Placa de letreiro luminoso&#10;&#10;O conteúdo gerado por IA pode estar incorreto."/>
          <p:cNvPicPr/>
          <p:nvPr/>
        </p:nvPicPr>
        <p:blipFill>
          <a:blip r:embed="rId7"/>
          <a:stretch/>
        </p:blipFill>
        <p:spPr>
          <a:xfrm>
            <a:off x="4202280" y="3522960"/>
            <a:ext cx="2085480" cy="286668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8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APIsec Scanner: implementando DAST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67" name="PlaceHolder 2"/>
          <p:cNvSpPr>
            <a:spLocks noGrp="1"/>
          </p:cNvSpPr>
          <p:nvPr>
            <p:ph/>
          </p:nvPr>
        </p:nvSpPr>
        <p:spPr>
          <a:xfrm>
            <a:off x="274680" y="1440000"/>
            <a:ext cx="8838720" cy="441936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64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Alternativa para </a:t>
            </a:r>
            <a:r>
              <a:rPr b="1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DAST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64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Testes de </a:t>
            </a:r>
            <a:r>
              <a:rPr b="1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sites </a:t>
            </a: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e </a:t>
            </a:r>
            <a:r>
              <a:rPr b="1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APIs REST</a:t>
            </a: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em execução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64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1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Opção gratuita para testes mais simplificados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64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32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Site: </a:t>
            </a:r>
            <a:r>
              <a:rPr b="0" lang="pt-BR" sz="3200" strike="noStrike" u="sng">
                <a:solidFill>
                  <a:srgbClr val="0078d7"/>
                </a:solidFill>
                <a:effectLst/>
                <a:uFillTx/>
                <a:latin typeface="Segoe UI Light"/>
                <a:hlinkClick r:id="rId1"/>
              </a:rPr>
              <a:t>https://www.apisec.ai/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68" name="Imagem 7" descr="Ícone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9570960" y="2548800"/>
            <a:ext cx="2026440" cy="22014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0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OWASP Dependency-Check: packages e bibliotecas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70" name="PlaceHolder 2"/>
          <p:cNvSpPr>
            <a:spLocks noGrp="1"/>
          </p:cNvSpPr>
          <p:nvPr>
            <p:ph/>
          </p:nvPr>
        </p:nvSpPr>
        <p:spPr>
          <a:xfrm>
            <a:off x="274680" y="1440000"/>
            <a:ext cx="9600840" cy="53550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Análise de vulnerabilidades em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pacotes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e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bibliotecas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utilizadas por projetos de software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Requer o uso de uma chave do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National Vulnerability Database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, projeto mantido pelo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NIST - National Institute of Standards and Technology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(órgão do governo norte-americano)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Suporte a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múltiplas plataformas de desenvolvimento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6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Site: </a:t>
            </a:r>
            <a:r>
              <a:rPr b="0" lang="pt-BR" sz="2600" strike="noStrike" u="sng">
                <a:solidFill>
                  <a:srgbClr val="0078d7"/>
                </a:solidFill>
                <a:effectLst/>
                <a:uFillTx/>
                <a:latin typeface="Segoe UI Light"/>
                <a:hlinkClick r:id="rId1"/>
              </a:rPr>
              <a:t>https://owasp.org/www-project-dependency-check/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71" name="Imagem 9" descr="Texto&#10;&#10;Descrição gerada automaticamente com confiança baixa"/>
          <p:cNvPicPr/>
          <p:nvPr/>
        </p:nvPicPr>
        <p:blipFill>
          <a:blip r:embed="rId2"/>
          <a:srcRect l="0" t="0" r="67156" b="0"/>
          <a:stretch/>
        </p:blipFill>
        <p:spPr>
          <a:xfrm>
            <a:off x="9799560" y="2715480"/>
            <a:ext cx="1980720" cy="190656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8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Trivy: uma alternativa para containers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73" name="PlaceHolder 2"/>
          <p:cNvSpPr>
            <a:spLocks noGrp="1"/>
          </p:cNvSpPr>
          <p:nvPr>
            <p:ph/>
          </p:nvPr>
        </p:nvSpPr>
        <p:spPr>
          <a:xfrm>
            <a:off x="274680" y="1440000"/>
            <a:ext cx="8838720" cy="496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Scanning de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imagens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,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Dockerfiles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e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arquivos com dependências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Identificação de vulnerabilidades como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dependências desatualizadas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(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aplicação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e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sistema operacional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),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configurações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das imagens e até mesmo alguns tipos de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secrets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Projeto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open source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mantido pela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Acqua Security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Site: </a:t>
            </a:r>
            <a:r>
              <a:rPr b="0" lang="pt-BR" sz="2800" strike="noStrike" u="sng">
                <a:solidFill>
                  <a:srgbClr val="0078d7"/>
                </a:solidFill>
                <a:effectLst/>
                <a:uFillTx/>
                <a:latin typeface="Segoe UI Light"/>
                <a:hlinkClick r:id="rId1"/>
              </a:rPr>
              <a:t>https://trivy.dev/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74" name="Imagem 4" descr="Placa de letreiro luminoso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9418680" y="2201760"/>
            <a:ext cx="2085480" cy="286668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en-US" sz="48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Docker Scout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76" name="PlaceHolder 2"/>
          <p:cNvSpPr>
            <a:spLocks noGrp="1"/>
          </p:cNvSpPr>
          <p:nvPr>
            <p:ph/>
          </p:nvPr>
        </p:nvSpPr>
        <p:spPr>
          <a:xfrm>
            <a:off x="276840" y="1440000"/>
            <a:ext cx="8379360" cy="44316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479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1" lang="pt-BR" sz="24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Análise de vulnerabilidades em imagens de containers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7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479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4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Similar ao projeto </a:t>
            </a:r>
            <a:r>
              <a:rPr b="1" lang="pt-BR" sz="24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Trivy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7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479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4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Execução via </a:t>
            </a:r>
            <a:r>
              <a:rPr b="1" lang="pt-BR" sz="24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CLI</a:t>
            </a:r>
            <a:r>
              <a:rPr b="0" lang="pt-BR" sz="24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ou </a:t>
            </a:r>
            <a:r>
              <a:rPr b="1" lang="pt-BR" sz="24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container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7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479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4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Resultados podem ser publicados em formatos como </a:t>
            </a:r>
            <a:r>
              <a:rPr b="1" lang="pt-BR" sz="24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SARIF (Static Analysis Results Interchange Format)</a:t>
            </a:r>
            <a:r>
              <a:rPr b="0" lang="pt-BR" sz="24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e </a:t>
            </a:r>
            <a:r>
              <a:rPr b="1" lang="pt-BR" sz="24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Markdown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47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479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1" lang="pt-BR" sz="24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Site:</a:t>
            </a:r>
            <a:r>
              <a:rPr b="0" lang="pt-BR" sz="24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</a:t>
            </a:r>
            <a:r>
              <a:rPr b="0" lang="pt-BR" sz="2400" strike="noStrike" u="sng">
                <a:solidFill>
                  <a:srgbClr val="0078d7"/>
                </a:solidFill>
                <a:effectLst/>
                <a:uFillTx/>
                <a:latin typeface="Segoe UI Light"/>
                <a:hlinkClick r:id="rId1"/>
              </a:rPr>
              <a:t>https://docs.docker.com/scout/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77" name="Gráfico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647280" y="1668960"/>
            <a:ext cx="2260800" cy="178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8" name="Gráfico 8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352000" y="3415320"/>
            <a:ext cx="1892520" cy="189252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4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gitleaks: encontrando segredos no código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80" name="PlaceHolder 2"/>
          <p:cNvSpPr>
            <a:spLocks noGrp="1"/>
          </p:cNvSpPr>
          <p:nvPr>
            <p:ph/>
          </p:nvPr>
        </p:nvSpPr>
        <p:spPr>
          <a:xfrm>
            <a:off x="311400" y="1592280"/>
            <a:ext cx="8177760" cy="32436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Também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open source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Capacidade de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varrer toda uma estrutura de diretórios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e apontar secrets/credenciais encontrados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Site: </a:t>
            </a:r>
            <a:r>
              <a:rPr b="0" lang="pt-BR" sz="2800" strike="noStrike" u="sng">
                <a:solidFill>
                  <a:srgbClr val="0078d7"/>
                </a:solidFill>
                <a:effectLst/>
                <a:uFillTx/>
                <a:latin typeface="Segoe UI Light"/>
                <a:hlinkClick r:id="rId1"/>
              </a:rPr>
              <a:t>https://github.com/gitleaks/gitleaks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81" name="Imagem 9" descr=""/>
          <p:cNvPicPr/>
          <p:nvPr/>
        </p:nvPicPr>
        <p:blipFill>
          <a:blip r:embed="rId2"/>
          <a:stretch/>
        </p:blipFill>
        <p:spPr>
          <a:xfrm>
            <a:off x="9037800" y="2125800"/>
            <a:ext cx="2638440" cy="310536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0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Checkov: testando seu código de infraestrutura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83" name="PlaceHolder 2"/>
          <p:cNvSpPr>
            <a:spLocks noGrp="1"/>
          </p:cNvSpPr>
          <p:nvPr>
            <p:ph/>
          </p:nvPr>
        </p:nvSpPr>
        <p:spPr>
          <a:xfrm>
            <a:off x="274680" y="1440000"/>
            <a:ext cx="8838720" cy="380376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Scanning voltado a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IaC (Infrastructure as Code)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Suporte a Kubernetes (YAML), Terraform, AWS Cloud Formation, Azure ARM Templates, Dockerfile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...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Projeto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open source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mantido pela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Prisma Cloud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Site: </a:t>
            </a:r>
            <a:r>
              <a:rPr b="0" lang="pt-BR" sz="2800" strike="noStrike" u="sng">
                <a:solidFill>
                  <a:srgbClr val="0078d7"/>
                </a:solidFill>
                <a:effectLst/>
                <a:uFillTx/>
                <a:latin typeface="Segoe UI Light"/>
                <a:hlinkClick r:id="rId1"/>
              </a:rPr>
              <a:t>https://www.checkov.io/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84" name="Imagem 4" descr="Uma imagem contendo roda, desenho, relógio&#10;&#10;Descrição gerada automaticamente"/>
          <p:cNvPicPr/>
          <p:nvPr/>
        </p:nvPicPr>
        <p:blipFill>
          <a:blip r:embed="rId2"/>
          <a:stretch/>
        </p:blipFill>
        <p:spPr>
          <a:xfrm>
            <a:off x="9092880" y="3197160"/>
            <a:ext cx="2997720" cy="59976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8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KICS: uma alternativa para IaC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86" name="PlaceHolder 2"/>
          <p:cNvSpPr>
            <a:spLocks noGrp="1"/>
          </p:cNvSpPr>
          <p:nvPr>
            <p:ph/>
          </p:nvPr>
        </p:nvSpPr>
        <p:spPr>
          <a:xfrm>
            <a:off x="274680" y="1440000"/>
            <a:ext cx="6781320" cy="53550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Scanning voltado a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IaC (Infrastructure as Code)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Suporte a Kubernetes (YAML), Terraform, AWS Cloud Formation, Azure ARM Templates, Dockerfile, OpenAPI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...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Projeto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open source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mantido pela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Checkmarx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Site: </a:t>
            </a:r>
            <a:r>
              <a:rPr b="0" lang="pt-BR" sz="2800" strike="noStrike" u="sng">
                <a:solidFill>
                  <a:srgbClr val="0078d7"/>
                </a:solidFill>
                <a:effectLst/>
                <a:uFillTx/>
                <a:latin typeface="Segoe UI Light"/>
                <a:hlinkClick r:id="rId1"/>
              </a:rPr>
              <a:t>https://www.kics.io/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87" name="Imagem 5" descr="Logotipo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6599160" y="2324880"/>
            <a:ext cx="6217920" cy="242136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8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Vulnerabilidades em clusters Kubernetes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89" name="PlaceHolder 2"/>
          <p:cNvSpPr>
            <a:spLocks noGrp="1"/>
          </p:cNvSpPr>
          <p:nvPr>
            <p:ph/>
          </p:nvPr>
        </p:nvSpPr>
        <p:spPr>
          <a:xfrm>
            <a:off x="274680" y="1440000"/>
            <a:ext cx="11505960" cy="29419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Análises detectando falhas de configuração e vulnerabilidade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Popeye: </a:t>
            </a:r>
            <a:r>
              <a:rPr b="1" lang="pt-BR" sz="2800" strike="noStrike" u="sng">
                <a:solidFill>
                  <a:srgbClr val="0078d7"/>
                </a:solidFill>
                <a:effectLst/>
                <a:uFillTx/>
                <a:latin typeface="Segoe UI Light"/>
                <a:hlinkClick r:id="rId1"/>
              </a:rPr>
              <a:t>https://github.com/derailed/popeye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Kubescape: </a:t>
            </a:r>
            <a:r>
              <a:rPr b="1" lang="pt-BR" sz="2800" strike="noStrike" u="sng">
                <a:solidFill>
                  <a:srgbClr val="0078d7"/>
                </a:solidFill>
                <a:effectLst/>
                <a:uFillTx/>
                <a:latin typeface="Segoe UI Light"/>
                <a:hlinkClick r:id="rId2"/>
              </a:rPr>
              <a:t>https://kubescape.io/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90" name="Gráfico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094200" y="4259160"/>
            <a:ext cx="2307600" cy="192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1" name="Imagem 7" descr=""/>
          <p:cNvPicPr/>
          <p:nvPr/>
        </p:nvPicPr>
        <p:blipFill>
          <a:blip r:embed="rId5"/>
          <a:stretch/>
        </p:blipFill>
        <p:spPr>
          <a:xfrm>
            <a:off x="5967720" y="4226400"/>
            <a:ext cx="1866600" cy="18666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8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Vulnerabilidades em Apps Mobile: MobSF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493" name="PlaceHolder 2"/>
          <p:cNvSpPr>
            <a:spLocks noGrp="1"/>
          </p:cNvSpPr>
          <p:nvPr>
            <p:ph/>
          </p:nvPr>
        </p:nvSpPr>
        <p:spPr>
          <a:xfrm>
            <a:off x="274680" y="1440000"/>
            <a:ext cx="11505960" cy="332964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Mobile Security Framework (MobSF)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Análises detectando problemas de implementação, sistemas operacionais (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Android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 e </a:t>
            </a: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iOS</a:t>
            </a:r>
            <a:r>
              <a:rPr b="0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), packages desatualizados...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marL="571680" indent="-571680" defTabSz="932760">
              <a:lnSpc>
                <a:spcPct val="90000"/>
              </a:lnSpc>
              <a:spcBef>
                <a:spcPts val="561"/>
              </a:spcBef>
              <a:buClr>
                <a:srgbClr val="494949"/>
              </a:buClr>
              <a:buSzPct val="90000"/>
              <a:buFont typeface="Arial"/>
              <a:buChar char="•"/>
            </a:pPr>
            <a:r>
              <a:rPr b="1" lang="pt-BR" sz="2800" strike="noStrike" u="none">
                <a:solidFill>
                  <a:srgbClr val="494949"/>
                </a:solidFill>
                <a:effectLst/>
                <a:uFillTx/>
                <a:latin typeface="Segoe UI Light"/>
              </a:rPr>
              <a:t>Site: </a:t>
            </a:r>
            <a:r>
              <a:rPr b="1" lang="pt-BR" sz="2800" strike="noStrike" u="sng">
                <a:solidFill>
                  <a:srgbClr val="0078d7"/>
                </a:solidFill>
                <a:effectLst/>
                <a:uFillTx/>
                <a:latin typeface="Segoe UI Light"/>
                <a:hlinkClick r:id="rId1"/>
              </a:rPr>
              <a:t>https://github.com/MobSF/Mobile-Security-Framework-MobSF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  <a:p>
            <a:pPr indent="0" defTabSz="93276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Segoe UI Light"/>
            </a:endParaRPr>
          </a:p>
        </p:txBody>
      </p:sp>
      <p:pic>
        <p:nvPicPr>
          <p:cNvPr id="1494" name="Imagem 5" descr=""/>
          <p:cNvPicPr/>
          <p:nvPr/>
        </p:nvPicPr>
        <p:blipFill>
          <a:blip r:embed="rId2"/>
          <a:stretch/>
        </p:blipFill>
        <p:spPr>
          <a:xfrm>
            <a:off x="3017880" y="4632120"/>
            <a:ext cx="5219280" cy="180756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5" name="Agrupar 8"/>
          <p:cNvGrpSpPr/>
          <p:nvPr/>
        </p:nvGrpSpPr>
        <p:grpSpPr>
          <a:xfrm>
            <a:off x="0" y="0"/>
            <a:ext cx="12436200" cy="7078320"/>
            <a:chOff x="0" y="0"/>
            <a:chExt cx="12436200" cy="7078320"/>
          </a:xfrm>
        </p:grpSpPr>
        <p:sp>
          <p:nvSpPr>
            <p:cNvPr id="1496" name="Retângulo 6"/>
            <p:cNvSpPr/>
            <p:nvPr/>
          </p:nvSpPr>
          <p:spPr>
            <a:xfrm>
              <a:off x="0" y="66240"/>
              <a:ext cx="12436200" cy="7012080"/>
            </a:xfrm>
            <a:prstGeom prst="rect">
              <a:avLst/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182880" rIns="182880" tIns="146160" bIns="146160" anchor="t">
              <a:noAutofit/>
            </a:bodyPr>
            <a:p>
              <a:pPr algn="ctr" defTabSz="932400">
                <a:lnSpc>
                  <a:spcPct val="90000"/>
                </a:lnSpc>
                <a:tabLst>
                  <a:tab algn="l" pos="0"/>
                </a:tabLst>
              </a:pPr>
              <a:endParaRPr b="0" lang="pt-BR" sz="2400" strike="noStrike" u="none">
                <a:solidFill>
                  <a:srgbClr val="fe4a19"/>
                </a:solidFill>
                <a:effectLst/>
                <a:uFillTx/>
                <a:latin typeface="Segoe UI"/>
                <a:ea typeface="Segoe UI"/>
              </a:endParaRPr>
            </a:p>
          </p:txBody>
        </p:sp>
        <p:sp>
          <p:nvSpPr>
            <p:cNvPr id="1497" name="Retângulo 7"/>
            <p:cNvSpPr/>
            <p:nvPr/>
          </p:nvSpPr>
          <p:spPr>
            <a:xfrm>
              <a:off x="0" y="0"/>
              <a:ext cx="12436200" cy="658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182880" rIns="182880" tIns="33120" bIns="33120" anchor="t">
              <a:noAutofit/>
            </a:bodyPr>
            <a:p>
              <a:pPr algn="ctr" defTabSz="932400">
                <a:lnSpc>
                  <a:spcPct val="90000"/>
                </a:lnSpc>
                <a:tabLst>
                  <a:tab algn="l" pos="0"/>
                </a:tabLst>
              </a:pPr>
              <a:endParaRPr b="0" lang="pt-BR" sz="2400" strike="noStrike" u="none">
                <a:solidFill>
                  <a:srgbClr val="fe4a19"/>
                </a:solidFill>
                <a:effectLst/>
                <a:uFillTx/>
                <a:latin typeface="Segoe UI"/>
                <a:ea typeface="Segoe UI"/>
              </a:endParaRPr>
            </a:p>
          </p:txBody>
        </p:sp>
      </p:grpSp>
      <p:sp>
        <p:nvSpPr>
          <p:cNvPr id="1498" name="PlaceHolder 1"/>
          <p:cNvSpPr>
            <a:spLocks noGrp="1"/>
          </p:cNvSpPr>
          <p:nvPr>
            <p:ph/>
          </p:nvPr>
        </p:nvSpPr>
        <p:spPr>
          <a:xfrm>
            <a:off x="250920" y="5169960"/>
            <a:ext cx="11934360" cy="62748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46160" bIns="14616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sp>
        <p:nvSpPr>
          <p:cNvPr id="1499" name="PlaceHolder 2"/>
          <p:cNvSpPr>
            <a:spLocks noGrp="1"/>
          </p:cNvSpPr>
          <p:nvPr>
            <p:ph type="title"/>
          </p:nvPr>
        </p:nvSpPr>
        <p:spPr>
          <a:xfrm>
            <a:off x="3780000" y="2278080"/>
            <a:ext cx="4876560" cy="21787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7200" spc="-99" strike="noStrike" u="none">
                <a:solidFill>
                  <a:srgbClr val="ffffff"/>
                </a:solidFill>
                <a:effectLst/>
                <a:uFillTx/>
                <a:latin typeface="Segoe UI Light"/>
              </a:rPr>
              <a:t>EXEMPLOS PRÁTICOS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Segoe U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PlaceHolder 1"/>
          <p:cNvSpPr>
            <a:spLocks noGrp="1"/>
          </p:cNvSpPr>
          <p:nvPr>
            <p:ph type="title"/>
          </p:nvPr>
        </p:nvSpPr>
        <p:spPr>
          <a:xfrm>
            <a:off x="274680" y="2952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8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Conteúdos desta apresentação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pic>
        <p:nvPicPr>
          <p:cNvPr id="1501" name="Gráfico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268880" y="4823640"/>
            <a:ext cx="1527840" cy="152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2" name="Gráfico 6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273720" y="4834800"/>
            <a:ext cx="1607400" cy="160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3" name="Espaço Reservado para Texto 2"/>
          <p:cNvSpPr/>
          <p:nvPr/>
        </p:nvSpPr>
        <p:spPr>
          <a:xfrm>
            <a:off x="1227240" y="4030560"/>
            <a:ext cx="9981720" cy="512280"/>
          </a:xfrm>
          <a:prstGeom prst="rect">
            <a:avLst/>
          </a:prstGeom>
          <a:solidFill>
            <a:schemeClr val="tx1">
              <a:lumMod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rIns="146160" tIns="91440" bIns="91440" anchor="t">
            <a:spAutoFit/>
          </a:bodyPr>
          <a:p>
            <a:pPr algn="ctr" defTabSz="932760">
              <a:lnSpc>
                <a:spcPct val="90000"/>
              </a:lnSpc>
              <a:spcBef>
                <a:spcPts val="621"/>
              </a:spcBef>
              <a:tabLst>
                <a:tab algn="l" pos="0"/>
              </a:tabLst>
            </a:pPr>
            <a:r>
              <a:rPr b="1" lang="pt-BR" sz="2400" strike="noStrike" u="none">
                <a:solidFill>
                  <a:schemeClr val="lt1"/>
                </a:solidFill>
                <a:effectLst/>
                <a:uFillTx/>
                <a:latin typeface="Segoe UI Light"/>
              </a:rPr>
              <a:t>github.com/renatogroffe/sast-dast_devpira-festival-2025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4" name="Nosso Propsito"/>
          <p:cNvSpPr/>
          <p:nvPr/>
        </p:nvSpPr>
        <p:spPr>
          <a:xfrm>
            <a:off x="7970760" y="1887120"/>
            <a:ext cx="5099760" cy="15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32760">
              <a:lnSpc>
                <a:spcPct val="91000"/>
              </a:lnSpc>
              <a:spcAft>
                <a:spcPts val="11004"/>
              </a:spcAft>
            </a:pPr>
            <a:r>
              <a:rPr b="0" lang="pt-BR" sz="36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Deixem um</a:t>
            </a:r>
            <a:br>
              <a:rPr sz="3600"/>
            </a:br>
            <a:r>
              <a:rPr b="0" lang="pt-BR" sz="36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star </a:t>
            </a:r>
            <a:r>
              <a:rPr b="0" lang="pt-BR" sz="36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Regular"/>
              </a:rPr>
              <a:t>⭐</a:t>
            </a:r>
            <a:r>
              <a:rPr b="0" lang="pt-BR" sz="36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 </a:t>
            </a:r>
            <a:r>
              <a:rPr b="0" lang="en-US" sz="3600" strike="noStrike" u="non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apoiando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5" name="Imagem 7" descr="Código QR&#10;&#10;O conteúdo gerado por IA pode estar incorreto."/>
          <p:cNvPicPr/>
          <p:nvPr/>
        </p:nvPicPr>
        <p:blipFill>
          <a:blip r:embed="rId5"/>
          <a:stretch/>
        </p:blipFill>
        <p:spPr>
          <a:xfrm>
            <a:off x="4888800" y="1140120"/>
            <a:ext cx="2658600" cy="26586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PlaceHolder 1"/>
          <p:cNvSpPr>
            <a:spLocks noGrp="1"/>
          </p:cNvSpPr>
          <p:nvPr>
            <p:ph type="title"/>
          </p:nvPr>
        </p:nvSpPr>
        <p:spPr>
          <a:xfrm>
            <a:off x="273600" y="297000"/>
            <a:ext cx="11889360" cy="91728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8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Certificações Gratuitas em Segurança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1507" name="Espaço Reservado para Texto 2"/>
          <p:cNvSpPr/>
          <p:nvPr/>
        </p:nvSpPr>
        <p:spPr>
          <a:xfrm>
            <a:off x="1227240" y="5861880"/>
            <a:ext cx="9981720" cy="682920"/>
          </a:xfrm>
          <a:prstGeom prst="rect">
            <a:avLst/>
          </a:prstGeom>
          <a:solidFill>
            <a:schemeClr val="tx1">
              <a:lumMod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rIns="146160" tIns="91440" bIns="91440" anchor="t">
            <a:spAutoFit/>
          </a:bodyPr>
          <a:p>
            <a:pPr algn="ctr" defTabSz="932760">
              <a:lnSpc>
                <a:spcPct val="90000"/>
              </a:lnSpc>
              <a:spcBef>
                <a:spcPts val="720"/>
              </a:spcBef>
              <a:tabLst>
                <a:tab algn="l" pos="0"/>
              </a:tabLst>
            </a:pPr>
            <a:r>
              <a:rPr b="1" lang="pt-BR" sz="3600" strike="noStrike" u="none">
                <a:solidFill>
                  <a:schemeClr val="lt1"/>
                </a:solidFill>
                <a:effectLst/>
                <a:uFillTx/>
                <a:latin typeface="Segoe UI Light"/>
              </a:rPr>
              <a:t>www.apisecuniversity.com/#courses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8" name="Imagem 8" descr="Código QR&#10;&#10;O conteúdo gerado por IA pode estar incorreto."/>
          <p:cNvPicPr/>
          <p:nvPr/>
        </p:nvPicPr>
        <p:blipFill>
          <a:blip r:embed="rId1"/>
          <a:stretch/>
        </p:blipFill>
        <p:spPr>
          <a:xfrm>
            <a:off x="2179800" y="1560240"/>
            <a:ext cx="3873960" cy="387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9" name="Imagem 4" descr="Placa azul com letras brancas em fundo preto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6599160" y="1363680"/>
            <a:ext cx="3873960" cy="387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0" name="Imagem 5" descr="Placa branca com texto preto sobre fundo branco&#10;&#10;O conteúdo gerado por IA pode estar incorreto."/>
          <p:cNvPicPr/>
          <p:nvPr/>
        </p:nvPicPr>
        <p:blipFill>
          <a:blip r:embed="rId3"/>
          <a:srcRect l="13766" t="43571" r="13463" b="34795"/>
          <a:stretch/>
        </p:blipFill>
        <p:spPr>
          <a:xfrm>
            <a:off x="7209000" y="3018960"/>
            <a:ext cx="2819160" cy="83772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PlaceHolder 1"/>
          <p:cNvSpPr>
            <a:spLocks noGrp="1"/>
          </p:cNvSpPr>
          <p:nvPr>
            <p:ph type="title"/>
          </p:nvPr>
        </p:nvSpPr>
        <p:spPr>
          <a:xfrm>
            <a:off x="705600" y="2457000"/>
            <a:ext cx="3686400" cy="168300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4800" spc="-102" strike="noStrike" u="none"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Segoe UI Light"/>
              </a:rPr>
              <a:t>Participe da pesquisa...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pic>
        <p:nvPicPr>
          <p:cNvPr id="1512" name="" descr=""/>
          <p:cNvPicPr/>
          <p:nvPr/>
        </p:nvPicPr>
        <p:blipFill>
          <a:blip r:embed="rId1"/>
          <a:stretch/>
        </p:blipFill>
        <p:spPr>
          <a:xfrm>
            <a:off x="5442480" y="360"/>
            <a:ext cx="6994080" cy="699408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3" name="Agrupar 8"/>
          <p:cNvGrpSpPr/>
          <p:nvPr/>
        </p:nvGrpSpPr>
        <p:grpSpPr>
          <a:xfrm>
            <a:off x="0" y="0"/>
            <a:ext cx="12436200" cy="7078320"/>
            <a:chOff x="0" y="0"/>
            <a:chExt cx="12436200" cy="7078320"/>
          </a:xfrm>
        </p:grpSpPr>
        <p:sp>
          <p:nvSpPr>
            <p:cNvPr id="1514" name="Retângulo 6"/>
            <p:cNvSpPr/>
            <p:nvPr/>
          </p:nvSpPr>
          <p:spPr>
            <a:xfrm>
              <a:off x="0" y="66240"/>
              <a:ext cx="12436200" cy="7012080"/>
            </a:xfrm>
            <a:prstGeom prst="rect">
              <a:avLst/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182880" rIns="182880" tIns="146160" bIns="146160" anchor="t">
              <a:noAutofit/>
            </a:bodyPr>
            <a:p>
              <a:pPr algn="ctr" defTabSz="932400">
                <a:lnSpc>
                  <a:spcPct val="90000"/>
                </a:lnSpc>
                <a:tabLst>
                  <a:tab algn="l" pos="0"/>
                </a:tabLst>
              </a:pPr>
              <a:endParaRPr b="0" lang="pt-BR" sz="2400" strike="noStrike" u="none">
                <a:solidFill>
                  <a:srgbClr val="fe4a19"/>
                </a:solidFill>
                <a:effectLst/>
                <a:uFillTx/>
                <a:latin typeface="Segoe UI"/>
                <a:ea typeface="Segoe UI"/>
              </a:endParaRPr>
            </a:p>
          </p:txBody>
        </p:sp>
        <p:sp>
          <p:nvSpPr>
            <p:cNvPr id="1515" name="Retângulo 7"/>
            <p:cNvSpPr/>
            <p:nvPr/>
          </p:nvSpPr>
          <p:spPr>
            <a:xfrm>
              <a:off x="0" y="0"/>
              <a:ext cx="12436200" cy="658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numCol="1" spcCol="0" horzOverflow="overflow" lIns="182880" rIns="182880" tIns="33120" bIns="33120" anchor="t">
              <a:noAutofit/>
            </a:bodyPr>
            <a:p>
              <a:pPr algn="ctr" defTabSz="932400">
                <a:lnSpc>
                  <a:spcPct val="90000"/>
                </a:lnSpc>
                <a:tabLst>
                  <a:tab algn="l" pos="0"/>
                </a:tabLst>
              </a:pPr>
              <a:endParaRPr b="0" lang="pt-BR" sz="2400" strike="noStrike" u="none">
                <a:solidFill>
                  <a:srgbClr val="fe4a19"/>
                </a:solidFill>
                <a:effectLst/>
                <a:uFillTx/>
                <a:latin typeface="Segoe UI"/>
                <a:ea typeface="Segoe UI"/>
              </a:endParaRPr>
            </a:p>
          </p:txBody>
        </p:sp>
      </p:grpSp>
      <p:sp>
        <p:nvSpPr>
          <p:cNvPr id="1516" name="PlaceHolder 1"/>
          <p:cNvSpPr>
            <a:spLocks noGrp="1"/>
          </p:cNvSpPr>
          <p:nvPr>
            <p:ph/>
          </p:nvPr>
        </p:nvSpPr>
        <p:spPr>
          <a:xfrm>
            <a:off x="250920" y="5169960"/>
            <a:ext cx="11934360" cy="62748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46160" bIns="14616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lt1"/>
              </a:solidFill>
              <a:effectLst/>
              <a:uFillTx/>
              <a:latin typeface="Segoe UI Light"/>
            </a:endParaRPr>
          </a:p>
        </p:txBody>
      </p:sp>
      <p:sp>
        <p:nvSpPr>
          <p:cNvPr id="1517" name="PlaceHolder 2"/>
          <p:cNvSpPr>
            <a:spLocks noGrp="1"/>
          </p:cNvSpPr>
          <p:nvPr>
            <p:ph type="title"/>
          </p:nvPr>
        </p:nvSpPr>
        <p:spPr>
          <a:xfrm>
            <a:off x="3780000" y="2883960"/>
            <a:ext cx="5940000" cy="1181520"/>
          </a:xfrm>
          <a:prstGeom prst="rect">
            <a:avLst/>
          </a:prstGeom>
          <a:noFill/>
          <a:ln w="0">
            <a:noFill/>
          </a:ln>
        </p:spPr>
        <p:txBody>
          <a:bodyPr lIns="146160" rIns="146160" tIns="91440" bIns="91440" anchor="t">
            <a:noAutofit/>
          </a:bodyPr>
          <a:p>
            <a:pPr indent="0" defTabSz="932760">
              <a:lnSpc>
                <a:spcPct val="90000"/>
              </a:lnSpc>
              <a:buNone/>
            </a:pPr>
            <a:r>
              <a:rPr b="0" lang="pt-BR" sz="7200" spc="-99" strike="noStrike" u="none">
                <a:solidFill>
                  <a:srgbClr val="dddddd"/>
                </a:solidFill>
                <a:effectLst/>
                <a:uFillTx/>
                <a:latin typeface="Segoe UI Light"/>
              </a:rPr>
              <a:t>OBRIGADO!</a:t>
            </a:r>
            <a:endParaRPr b="0" lang="en-US" sz="7200" strike="noStrike" u="none">
              <a:solidFill>
                <a:srgbClr val="dddddd"/>
              </a:solidFill>
              <a:effectLst/>
              <a:uFillTx/>
              <a:latin typeface="Segoe U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 pitchFamily="0" charset="1"/>
        <a:ea typeface=""/>
        <a:cs typeface=""/>
      </a:majorFont>
      <a:minorFont>
        <a:latin typeface="Segoe UI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</a:schemeClr>
        </a:solidFill>
      </a:fillStyleLst>
      <a:lnStyleLst>
        <a:ln w="9525" cap="flat" cmpd="sng" algn="ctr">
          <a:prstDash val="solid"/>
        </a:ln>
        <a:ln w="10795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 pitchFamily="0" charset="1"/>
        <a:ea typeface=""/>
        <a:cs typeface=""/>
      </a:majorFont>
      <a:minorFont>
        <a:latin typeface="Segoe UI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</a:schemeClr>
        </a:solidFill>
      </a:fillStyleLst>
      <a:lnStyleLst>
        <a:ln w="9525" cap="flat" cmpd="sng" algn="ctr">
          <a:prstDash val="solid"/>
        </a:ln>
        <a:ln w="10795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 pitchFamily="0" charset="1"/>
        <a:ea typeface=""/>
        <a:cs typeface=""/>
      </a:majorFont>
      <a:minorFont>
        <a:latin typeface="Segoe UI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</a:schemeClr>
        </a:solidFill>
      </a:fillStyleLst>
      <a:lnStyleLst>
        <a:ln w="9525" cap="flat" cmpd="sng" algn="ctr">
          <a:prstDash val="solid"/>
        </a:ln>
        <a:ln w="10795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 pitchFamily="0" charset="1"/>
        <a:ea typeface=""/>
        <a:cs typeface=""/>
      </a:majorFont>
      <a:minorFont>
        <a:latin typeface="Segoe UI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</a:schemeClr>
        </a:solidFill>
      </a:fillStyleLst>
      <a:lnStyleLst>
        <a:ln w="9525" cap="flat" cmpd="sng" algn="ctr">
          <a:prstDash val="solid"/>
        </a:ln>
        <a:ln w="10795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>
          <TermName>Georgia World Congress Center</TermName>
          <TermId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>
          <TermName>Atlanta</TermName>
          <TermId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>
          <TermName>Microsoft Ignite</TermName>
          <TermId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>
          <TermName>Microsoft Ignite 2016</TermName>
          <TermId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2002</TotalTime>
  <Application>LibreOffice/25.8.2.2$Linux_X86_64 LibreOffice_project/580$Build-2</Application>
  <AppVersion>15.0000</AppVersion>
  <Words>1567</Words>
  <Paragraphs>232</Paragraphs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>Microsoft Ignite 2016</cp:category>
  <dcterms:created xsi:type="dcterms:W3CDTF">2016-08-05T22:03:34Z</dcterms:created>
  <dc:creator>Michael Kelley (OSTC)</dc:creator>
  <dc:description>Template: Mitchell Derrey, Silverfox Productions_x005F_x000d_
Formatting: _x005F_x000d_
Audience Type:</dc:description>
  <cp:keywords>Microsoft Ignite 2016</cp:keywords>
  <dc:language>pt-BR</dc:language>
  <cp:lastModifiedBy/>
  <dcterms:modified xsi:type="dcterms:W3CDTF">2025-12-06T12:00:41Z</dcterms:modified>
  <cp:revision>520</cp:revision>
  <dc:subject>&lt;Speech title here&gt;</dc:subject>
  <dc:title>See why Microsoft loves Linux and Open Source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dience">
    <vt:lpwstr/>
  </property>
  <property fmtid="{D5CDD505-2E9C-101B-9397-08002B2CF9AE}" pid="3" name="Audience1">
    <vt:lpwstr/>
  </property>
  <property fmtid="{D5CDD505-2E9C-101B-9397-08002B2CF9AE}" pid="4" name="Campaign">
    <vt:lpwstr/>
  </property>
  <property fmtid="{D5CDD505-2E9C-101B-9397-08002B2CF9AE}" pid="5" name="ContentTypeId">
    <vt:lpwstr>0x01010031DCF4CA090F824DB1E4CCBB6B9D64EA00101E8AAD132F8F4D96340D6376C8BB3E</vt:lpwstr>
  </property>
  <property fmtid="{D5CDD505-2E9C-101B-9397-08002B2CF9AE}" pid="6" name="Event Location">
    <vt:lpwstr>176;#Atlanta|01fb9831-5840-48a0-a576-3e48f42baa53</vt:lpwstr>
  </property>
  <property fmtid="{D5CDD505-2E9C-101B-9397-08002B2CF9AE}" pid="7" name="Event Name">
    <vt:lpwstr>175;#Microsoft Ignite|9323c522-fe4b-4922-816b-10a1920d7afb</vt:lpwstr>
  </property>
  <property fmtid="{D5CDD505-2E9C-101B-9397-08002B2CF9AE}" pid="8" name="Event Venue">
    <vt:lpwstr>177;#Georgia World Congress Center|ea0ece34-59a6-4d43-8d9e-d0f9e2a2f1ce</vt:lpwstr>
  </property>
  <property fmtid="{D5CDD505-2E9C-101B-9397-08002B2CF9AE}" pid="9" name="Event1">
    <vt:lpwstr>622;#Unassigned|2c8af875-f38a-40b8-a0a9-056aed3fc8c0</vt:lpwstr>
  </property>
  <property fmtid="{D5CDD505-2E9C-101B-9397-08002B2CF9AE}" pid="10" name="IsMyDocuments">
    <vt:bool>1</vt:bool>
  </property>
  <property fmtid="{D5CDD505-2E9C-101B-9397-08002B2CF9AE}" pid="11" name="Notes">
    <vt:i4>25</vt:i4>
  </property>
  <property fmtid="{D5CDD505-2E9C-101B-9397-08002B2CF9AE}" pid="12" name="PresentationFormat">
    <vt:lpwstr>Personalizar</vt:lpwstr>
  </property>
  <property fmtid="{D5CDD505-2E9C-101B-9397-08002B2CF9AE}" pid="13" name="Product">
    <vt:lpwstr/>
  </property>
  <property fmtid="{D5CDD505-2E9C-101B-9397-08002B2CF9AE}" pid="14" name="Slides">
    <vt:i4>25</vt:i4>
  </property>
  <property fmtid="{D5CDD505-2E9C-101B-9397-08002B2CF9AE}" pid="15" name="TaxKeyword">
    <vt:lpwstr>174;#Microsoft Ignite 2016|e2f6a88c-86f9-4b25-a2af-b5c3afa8c82a</vt:lpwstr>
  </property>
  <property fmtid="{D5CDD505-2E9C-101B-9397-08002B2CF9AE}" pid="16" name="Track">
    <vt:lpwstr/>
  </property>
</Properties>
</file>